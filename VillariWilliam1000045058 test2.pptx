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9" r:id="rId5"/>
    <p:sldMasterId id="2147483670" r:id="rId6"/>
  </p:sldMasterIdLst>
  <p:notesMasterIdLst>
    <p:notesMasterId r:id="rId10"/>
  </p:notesMasterIdLst>
  <p:sldIdLst>
    <p:sldId id="256" r:id="rId7"/>
    <p:sldId id="261" r:id="rId8"/>
    <p:sldId id="262" r:id="rId9"/>
  </p:sldIdLst>
  <p:sldSz cx="12192000" cy="6858000"/>
  <p:notesSz cx="6797675" cy="987266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61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67704-1BEC-493F-B910-243A3A72653D}" v="6" dt="2023-02-11T09:32:27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42" autoAdjust="0"/>
    <p:restoredTop sz="74151" autoAdjust="0"/>
  </p:normalViewPr>
  <p:slideViewPr>
    <p:cSldViewPr snapToGrid="0">
      <p:cViewPr>
        <p:scale>
          <a:sx n="81" d="100"/>
          <a:sy n="81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5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azio Tomarchio" userId="127280df-7b21-40f7-a364-a9ecddca11f6" providerId="ADAL" clId="{76C659F5-8ABD-4A95-93CD-55E82B072CA7}"/>
    <pc:docChg chg="custSel modSld modMainMaster">
      <pc:chgData name="Orazio Tomarchio" userId="127280df-7b21-40f7-a364-a9ecddca11f6" providerId="ADAL" clId="{76C659F5-8ABD-4A95-93CD-55E82B072CA7}" dt="2023-02-11T08:50:49.850" v="45" actId="6549"/>
      <pc:docMkLst>
        <pc:docMk/>
      </pc:docMkLst>
      <pc:sldChg chg="modSp mod modNotesTx">
        <pc:chgData name="Orazio Tomarchio" userId="127280df-7b21-40f7-a364-a9ecddca11f6" providerId="ADAL" clId="{76C659F5-8ABD-4A95-93CD-55E82B072CA7}" dt="2023-02-11T08:50:49.850" v="45" actId="6549"/>
        <pc:sldMkLst>
          <pc:docMk/>
          <pc:sldMk cId="2004898496" sldId="256"/>
        </pc:sldMkLst>
        <pc:spChg chg="mod">
          <ac:chgData name="Orazio Tomarchio" userId="127280df-7b21-40f7-a364-a9ecddca11f6" providerId="ADAL" clId="{76C659F5-8ABD-4A95-93CD-55E82B072CA7}" dt="2023-02-11T08:40:38.755" v="20" actId="20577"/>
          <ac:spMkLst>
            <pc:docMk/>
            <pc:sldMk cId="2004898496" sldId="256"/>
            <ac:spMk id="8" creationId="{93D06744-791D-6AFB-6E80-8ADD7B53F11C}"/>
          </ac:spMkLst>
        </pc:spChg>
        <pc:spChg chg="mod">
          <ac:chgData name="Orazio Tomarchio" userId="127280df-7b21-40f7-a364-a9ecddca11f6" providerId="ADAL" clId="{76C659F5-8ABD-4A95-93CD-55E82B072CA7}" dt="2023-02-11T08:50:49.850" v="45" actId="6549"/>
          <ac:spMkLst>
            <pc:docMk/>
            <pc:sldMk cId="2004898496" sldId="256"/>
            <ac:spMk id="14" creationId="{265AD214-7CE6-ADC3-95E1-F7693CCE6A69}"/>
          </ac:spMkLst>
        </pc:spChg>
      </pc:sldChg>
      <pc:sldMasterChg chg="modSp mod">
        <pc:chgData name="Orazio Tomarchio" userId="127280df-7b21-40f7-a364-a9ecddca11f6" providerId="ADAL" clId="{76C659F5-8ABD-4A95-93CD-55E82B072CA7}" dt="2023-02-11T08:47:57.881" v="40" actId="1036"/>
        <pc:sldMasterMkLst>
          <pc:docMk/>
          <pc:sldMasterMk cId="617994796" sldId="2147483648"/>
        </pc:sldMasterMkLst>
        <pc:spChg chg="mod">
          <ac:chgData name="Orazio Tomarchio" userId="127280df-7b21-40f7-a364-a9ecddca11f6" providerId="ADAL" clId="{76C659F5-8ABD-4A95-93CD-55E82B072CA7}" dt="2023-02-11T08:47:57.881" v="40" actId="1036"/>
          <ac:spMkLst>
            <pc:docMk/>
            <pc:sldMasterMk cId="617994796" sldId="2147483648"/>
            <ac:spMk id="11" creationId="{FD0938AB-A189-499C-8BD1-DE81DA518432}"/>
          </ac:spMkLst>
        </pc:spChg>
      </pc:sldMasterChg>
      <pc:sldMasterChg chg="addSp delSp modSp mod">
        <pc:chgData name="Orazio Tomarchio" userId="127280df-7b21-40f7-a364-a9ecddca11f6" providerId="ADAL" clId="{76C659F5-8ABD-4A95-93CD-55E82B072CA7}" dt="2023-02-11T08:50:18.576" v="42"/>
        <pc:sldMasterMkLst>
          <pc:docMk/>
          <pc:sldMasterMk cId="2494966399" sldId="2147483659"/>
        </pc:sldMasterMkLst>
        <pc:spChg chg="del">
          <ac:chgData name="Orazio Tomarchio" userId="127280df-7b21-40f7-a364-a9ecddca11f6" providerId="ADAL" clId="{76C659F5-8ABD-4A95-93CD-55E82B072CA7}" dt="2023-02-11T08:50:18.037" v="41" actId="478"/>
          <ac:spMkLst>
            <pc:docMk/>
            <pc:sldMasterMk cId="2494966399" sldId="2147483659"/>
            <ac:spMk id="4" creationId="{5DAD65C5-A95C-8A0F-7003-D0363FD133AA}"/>
          </ac:spMkLst>
        </pc:spChg>
        <pc:spChg chg="add mod">
          <ac:chgData name="Orazio Tomarchio" userId="127280df-7b21-40f7-a364-a9ecddca11f6" providerId="ADAL" clId="{76C659F5-8ABD-4A95-93CD-55E82B072CA7}" dt="2023-02-11T08:50:18.576" v="42"/>
          <ac:spMkLst>
            <pc:docMk/>
            <pc:sldMasterMk cId="2494966399" sldId="2147483659"/>
            <ac:spMk id="6" creationId="{F4DE8FFE-8AB4-F595-84AB-3DAAAA75817F}"/>
          </ac:spMkLst>
        </pc:spChg>
      </pc:sldMasterChg>
      <pc:sldMasterChg chg="addSp delSp modSp mod">
        <pc:chgData name="Orazio Tomarchio" userId="127280df-7b21-40f7-a364-a9ecddca11f6" providerId="ADAL" clId="{76C659F5-8ABD-4A95-93CD-55E82B072CA7}" dt="2023-02-11T08:50:28.246" v="44"/>
        <pc:sldMasterMkLst>
          <pc:docMk/>
          <pc:sldMasterMk cId="3386500721" sldId="2147483670"/>
        </pc:sldMasterMkLst>
        <pc:spChg chg="del">
          <ac:chgData name="Orazio Tomarchio" userId="127280df-7b21-40f7-a364-a9ecddca11f6" providerId="ADAL" clId="{76C659F5-8ABD-4A95-93CD-55E82B072CA7}" dt="2023-02-11T08:50:27.614" v="43" actId="478"/>
          <ac:spMkLst>
            <pc:docMk/>
            <pc:sldMasterMk cId="3386500721" sldId="2147483670"/>
            <ac:spMk id="4" creationId="{AF07C65F-4C6D-E5C8-1A0F-F68ACE858387}"/>
          </ac:spMkLst>
        </pc:spChg>
        <pc:spChg chg="add mod">
          <ac:chgData name="Orazio Tomarchio" userId="127280df-7b21-40f7-a364-a9ecddca11f6" providerId="ADAL" clId="{76C659F5-8ABD-4A95-93CD-55E82B072CA7}" dt="2023-02-11T08:50:28.246" v="44"/>
          <ac:spMkLst>
            <pc:docMk/>
            <pc:sldMasterMk cId="3386500721" sldId="2147483670"/>
            <ac:spMk id="5" creationId="{4CF82A50-AB3A-78BA-7CB5-168A181E62FF}"/>
          </ac:spMkLst>
        </pc:spChg>
      </pc:sldMasterChg>
    </pc:docChg>
  </pc:docChgLst>
  <pc:docChgLst>
    <pc:chgData name="Orazio Tomarchio" userId="127280df-7b21-40f7-a364-a9ecddca11f6" providerId="ADAL" clId="{AF467704-1BEC-493F-B910-243A3A72653D}"/>
    <pc:docChg chg="undo custSel modSld modMainMaster">
      <pc:chgData name="Orazio Tomarchio" userId="127280df-7b21-40f7-a364-a9ecddca11f6" providerId="ADAL" clId="{AF467704-1BEC-493F-B910-243A3A72653D}" dt="2023-02-12T21:10:14.475" v="835" actId="6549"/>
      <pc:docMkLst>
        <pc:docMk/>
      </pc:docMkLst>
      <pc:sldChg chg="modSp mod modNotesTx">
        <pc:chgData name="Orazio Tomarchio" userId="127280df-7b21-40f7-a364-a9ecddca11f6" providerId="ADAL" clId="{AF467704-1BEC-493F-B910-243A3A72653D}" dt="2023-02-11T09:43:54.275" v="386" actId="20577"/>
        <pc:sldMkLst>
          <pc:docMk/>
          <pc:sldMk cId="2004898496" sldId="256"/>
        </pc:sldMkLst>
        <pc:spChg chg="mod">
          <ac:chgData name="Orazio Tomarchio" userId="127280df-7b21-40f7-a364-a9ecddca11f6" providerId="ADAL" clId="{AF467704-1BEC-493F-B910-243A3A72653D}" dt="2023-02-11T09:33:11.822" v="110" actId="113"/>
          <ac:spMkLst>
            <pc:docMk/>
            <pc:sldMk cId="2004898496" sldId="256"/>
            <ac:spMk id="8" creationId="{93D06744-791D-6AFB-6E80-8ADD7B53F11C}"/>
          </ac:spMkLst>
        </pc:spChg>
        <pc:spChg chg="mod">
          <ac:chgData name="Orazio Tomarchio" userId="127280df-7b21-40f7-a364-a9ecddca11f6" providerId="ADAL" clId="{AF467704-1BEC-493F-B910-243A3A72653D}" dt="2023-02-11T09:43:54.275" v="386" actId="20577"/>
          <ac:spMkLst>
            <pc:docMk/>
            <pc:sldMk cId="2004898496" sldId="256"/>
            <ac:spMk id="14" creationId="{265AD214-7CE6-ADC3-95E1-F7693CCE6A69}"/>
          </ac:spMkLst>
        </pc:spChg>
      </pc:sldChg>
      <pc:sldChg chg="modSp mod modNotesTx">
        <pc:chgData name="Orazio Tomarchio" userId="127280df-7b21-40f7-a364-a9ecddca11f6" providerId="ADAL" clId="{AF467704-1BEC-493F-B910-243A3A72653D}" dt="2023-02-12T21:07:57.717" v="714" actId="2710"/>
        <pc:sldMkLst>
          <pc:docMk/>
          <pc:sldMk cId="3692413078" sldId="261"/>
        </pc:sldMkLst>
        <pc:spChg chg="mod">
          <ac:chgData name="Orazio Tomarchio" userId="127280df-7b21-40f7-a364-a9ecddca11f6" providerId="ADAL" clId="{AF467704-1BEC-493F-B910-243A3A72653D}" dt="2023-02-12T21:07:57.717" v="714" actId="2710"/>
          <ac:spMkLst>
            <pc:docMk/>
            <pc:sldMk cId="3692413078" sldId="261"/>
            <ac:spMk id="4" creationId="{BBF042F9-AE60-BBED-941E-1DD3BD37BE21}"/>
          </ac:spMkLst>
        </pc:spChg>
      </pc:sldChg>
      <pc:sldChg chg="modSp mod modNotesTx">
        <pc:chgData name="Orazio Tomarchio" userId="127280df-7b21-40f7-a364-a9ecddca11f6" providerId="ADAL" clId="{AF467704-1BEC-493F-B910-243A3A72653D}" dt="2023-02-12T21:10:14.475" v="835" actId="6549"/>
        <pc:sldMkLst>
          <pc:docMk/>
          <pc:sldMk cId="1715439093" sldId="262"/>
        </pc:sldMkLst>
        <pc:spChg chg="mod">
          <ac:chgData name="Orazio Tomarchio" userId="127280df-7b21-40f7-a364-a9ecddca11f6" providerId="ADAL" clId="{AF467704-1BEC-493F-B910-243A3A72653D}" dt="2023-02-12T21:10:14.475" v="835" actId="6549"/>
          <ac:spMkLst>
            <pc:docMk/>
            <pc:sldMk cId="1715439093" sldId="262"/>
            <ac:spMk id="5" creationId="{8FBF2031-B67F-9010-E007-37B627CC4C2B}"/>
          </ac:spMkLst>
        </pc:spChg>
      </pc:sldChg>
      <pc:sldMasterChg chg="addSp delSp modSp mod modSldLayout">
        <pc:chgData name="Orazio Tomarchio" userId="127280df-7b21-40f7-a364-a9ecddca11f6" providerId="ADAL" clId="{AF467704-1BEC-493F-B910-243A3A72653D}" dt="2023-02-11T09:32:52.861" v="109" actId="6549"/>
        <pc:sldMasterMkLst>
          <pc:docMk/>
          <pc:sldMasterMk cId="617994796" sldId="2147483648"/>
        </pc:sldMasterMkLst>
        <pc:spChg chg="add mod">
          <ac:chgData name="Orazio Tomarchio" userId="127280df-7b21-40f7-a364-a9ecddca11f6" providerId="ADAL" clId="{AF467704-1BEC-493F-B910-243A3A72653D}" dt="2023-02-11T09:31:09.408" v="104" actId="1038"/>
          <ac:spMkLst>
            <pc:docMk/>
            <pc:sldMasterMk cId="617994796" sldId="2147483648"/>
            <ac:spMk id="4" creationId="{C8B1AB11-7C08-C957-7125-1044CC4BF837}"/>
          </ac:spMkLst>
        </pc:spChg>
        <pc:spChg chg="mod">
          <ac:chgData name="Orazio Tomarchio" userId="127280df-7b21-40f7-a364-a9ecddca11f6" providerId="ADAL" clId="{AF467704-1BEC-493F-B910-243A3A72653D}" dt="2023-02-11T09:29:17.427" v="79" actId="1076"/>
          <ac:spMkLst>
            <pc:docMk/>
            <pc:sldMasterMk cId="617994796" sldId="2147483648"/>
            <ac:spMk id="11" creationId="{FD0938AB-A189-499C-8BD1-DE81DA518432}"/>
          </ac:spMkLst>
        </pc:spChg>
        <pc:picChg chg="add del mod">
          <ac:chgData name="Orazio Tomarchio" userId="127280df-7b21-40f7-a364-a9ecddca11f6" providerId="ADAL" clId="{AF467704-1BEC-493F-B910-243A3A72653D}" dt="2023-02-11T09:28:57.972" v="78" actId="478"/>
          <ac:picMkLst>
            <pc:docMk/>
            <pc:sldMasterMk cId="617994796" sldId="2147483648"/>
            <ac:picMk id="6" creationId="{7A042B58-6758-8C02-6E03-D28203542D33}"/>
          </ac:picMkLst>
        </pc:picChg>
        <pc:sldLayoutChg chg="modSp mod">
          <pc:chgData name="Orazio Tomarchio" userId="127280df-7b21-40f7-a364-a9ecddca11f6" providerId="ADAL" clId="{AF467704-1BEC-493F-B910-243A3A72653D}" dt="2023-02-11T09:32:52.861" v="109" actId="6549"/>
          <pc:sldLayoutMkLst>
            <pc:docMk/>
            <pc:sldMasterMk cId="617994796" sldId="2147483648"/>
            <pc:sldLayoutMk cId="3064768920" sldId="2147483649"/>
          </pc:sldLayoutMkLst>
          <pc:spChg chg="mod">
            <ac:chgData name="Orazio Tomarchio" userId="127280df-7b21-40f7-a364-a9ecddca11f6" providerId="ADAL" clId="{AF467704-1BEC-493F-B910-243A3A72653D}" dt="2023-02-11T09:32:52.861" v="109" actId="6549"/>
            <ac:spMkLst>
              <pc:docMk/>
              <pc:sldMasterMk cId="617994796" sldId="2147483648"/>
              <pc:sldLayoutMk cId="3064768920" sldId="2147483649"/>
              <ac:spMk id="4" creationId="{96BD26AE-0500-BE0E-06F7-49E79021BCCB}"/>
            </ac:spMkLst>
          </pc:spChg>
        </pc:sldLayoutChg>
      </pc:sldMasterChg>
      <pc:sldMasterChg chg="addSp delSp modSp mod">
        <pc:chgData name="Orazio Tomarchio" userId="127280df-7b21-40f7-a364-a9ecddca11f6" providerId="ADAL" clId="{AF467704-1BEC-493F-B910-243A3A72653D}" dt="2023-02-11T09:32:17.300" v="106"/>
        <pc:sldMasterMkLst>
          <pc:docMk/>
          <pc:sldMasterMk cId="2494966399" sldId="2147483659"/>
        </pc:sldMasterMkLst>
        <pc:spChg chg="add mod">
          <ac:chgData name="Orazio Tomarchio" userId="127280df-7b21-40f7-a364-a9ecddca11f6" providerId="ADAL" clId="{AF467704-1BEC-493F-B910-243A3A72653D}" dt="2023-02-11T09:29:46.306" v="81"/>
          <ac:spMkLst>
            <pc:docMk/>
            <pc:sldMasterMk cId="2494966399" sldId="2147483659"/>
            <ac:spMk id="4" creationId="{CD32307F-CD72-BB9D-8042-508D0153DDF8}"/>
          </ac:spMkLst>
        </pc:spChg>
        <pc:spChg chg="del">
          <ac:chgData name="Orazio Tomarchio" userId="127280df-7b21-40f7-a364-a9ecddca11f6" providerId="ADAL" clId="{AF467704-1BEC-493F-B910-243A3A72653D}" dt="2023-02-11T09:29:45.489" v="80" actId="478"/>
          <ac:spMkLst>
            <pc:docMk/>
            <pc:sldMasterMk cId="2494966399" sldId="2147483659"/>
            <ac:spMk id="6" creationId="{F4DE8FFE-8AB4-F595-84AB-3DAAAA75817F}"/>
          </ac:spMkLst>
        </pc:spChg>
        <pc:spChg chg="add del mod">
          <ac:chgData name="Orazio Tomarchio" userId="127280df-7b21-40f7-a364-a9ecddca11f6" providerId="ADAL" clId="{AF467704-1BEC-493F-B910-243A3A72653D}" dt="2023-02-11T09:32:16.482" v="105" actId="478"/>
          <ac:spMkLst>
            <pc:docMk/>
            <pc:sldMasterMk cId="2494966399" sldId="2147483659"/>
            <ac:spMk id="7" creationId="{F1F83638-21B4-4C97-324C-30EABFB398E3}"/>
          </ac:spMkLst>
        </pc:spChg>
        <pc:spChg chg="add mod">
          <ac:chgData name="Orazio Tomarchio" userId="127280df-7b21-40f7-a364-a9ecddca11f6" providerId="ADAL" clId="{AF467704-1BEC-493F-B910-243A3A72653D}" dt="2023-02-11T09:32:17.300" v="106"/>
          <ac:spMkLst>
            <pc:docMk/>
            <pc:sldMasterMk cId="2494966399" sldId="2147483659"/>
            <ac:spMk id="8" creationId="{52A9FBCF-2CA9-5835-D811-00F311A28B22}"/>
          </ac:spMkLst>
        </pc:spChg>
      </pc:sldMasterChg>
      <pc:sldMasterChg chg="addSp delSp modSp mod">
        <pc:chgData name="Orazio Tomarchio" userId="127280df-7b21-40f7-a364-a9ecddca11f6" providerId="ADAL" clId="{AF467704-1BEC-493F-B910-243A3A72653D}" dt="2023-02-11T09:32:27.386" v="108"/>
        <pc:sldMasterMkLst>
          <pc:docMk/>
          <pc:sldMasterMk cId="3386500721" sldId="2147483670"/>
        </pc:sldMasterMkLst>
        <pc:spChg chg="add mod">
          <ac:chgData name="Orazio Tomarchio" userId="127280df-7b21-40f7-a364-a9ecddca11f6" providerId="ADAL" clId="{AF467704-1BEC-493F-B910-243A3A72653D}" dt="2023-02-11T09:29:54.265" v="83"/>
          <ac:spMkLst>
            <pc:docMk/>
            <pc:sldMasterMk cId="3386500721" sldId="2147483670"/>
            <ac:spMk id="4" creationId="{B6766C28-04A2-857D-5CED-5A36A4D41EBF}"/>
          </ac:spMkLst>
        </pc:spChg>
        <pc:spChg chg="del">
          <ac:chgData name="Orazio Tomarchio" userId="127280df-7b21-40f7-a364-a9ecddca11f6" providerId="ADAL" clId="{AF467704-1BEC-493F-B910-243A3A72653D}" dt="2023-02-11T09:29:53.441" v="82" actId="478"/>
          <ac:spMkLst>
            <pc:docMk/>
            <pc:sldMasterMk cId="3386500721" sldId="2147483670"/>
            <ac:spMk id="5" creationId="{4CF82A50-AB3A-78BA-7CB5-168A181E62FF}"/>
          </ac:spMkLst>
        </pc:spChg>
        <pc:spChg chg="add del mod">
          <ac:chgData name="Orazio Tomarchio" userId="127280df-7b21-40f7-a364-a9ecddca11f6" providerId="ADAL" clId="{AF467704-1BEC-493F-B910-243A3A72653D}" dt="2023-02-11T09:32:26.628" v="107" actId="478"/>
          <ac:spMkLst>
            <pc:docMk/>
            <pc:sldMasterMk cId="3386500721" sldId="2147483670"/>
            <ac:spMk id="7" creationId="{254AA4F0-1DDB-F8D0-89FB-F9E518DEC616}"/>
          </ac:spMkLst>
        </pc:spChg>
        <pc:spChg chg="add mod">
          <ac:chgData name="Orazio Tomarchio" userId="127280df-7b21-40f7-a364-a9ecddca11f6" providerId="ADAL" clId="{AF467704-1BEC-493F-B910-243A3A72653D}" dt="2023-02-11T09:32:27.386" v="108"/>
          <ac:spMkLst>
            <pc:docMk/>
            <pc:sldMasterMk cId="3386500721" sldId="2147483670"/>
            <ac:spMk id="8" creationId="{AC84BDC2-7DC7-70F3-9CDE-725303F6DA26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3290-C39D-45B6-9EA8-560DDA0656D7}" type="datetimeFigureOut">
              <a:rPr lang="it-IT" smtClean="0"/>
              <a:t>21/07/26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CFFA4-1ED0-45A1-A0B5-5E99393A0C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936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Note</a:t>
            </a:r>
            <a:r>
              <a:rPr lang="it-IT" b="1" baseline="0" dirty="0"/>
              <a:t> per la compilazione della presentazione: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I font, le dimensioni ed i colori e gli elementi grafici presenti, tranne quando espressamente permesso, non devono essere modificati; 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Il relatore e gli eventuali correlatori devono essere inseriti uno per riga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La presentazione deve essere consegnata in formato </a:t>
            </a:r>
            <a:r>
              <a:rPr lang="it-IT" baseline="0" dirty="0" err="1"/>
              <a:t>pptx</a:t>
            </a:r>
            <a:r>
              <a:rPr lang="it-IT" baseline="0" dirty="0"/>
              <a:t> usando il modulo presente sul sito del corso di laurea</a:t>
            </a:r>
          </a:p>
          <a:p>
            <a:pPr marL="0" indent="0">
              <a:buFont typeface="+mj-lt"/>
              <a:buNone/>
            </a:pPr>
            <a:endParaRPr lang="it-IT" baseline="0" dirty="0"/>
          </a:p>
          <a:p>
            <a:pPr marL="0" indent="0">
              <a:buFont typeface="+mj-lt"/>
              <a:buNone/>
            </a:pPr>
            <a:r>
              <a:rPr lang="it-IT" baseline="0" dirty="0"/>
              <a:t>Sostanzialmente lo studente dovrà comunicare: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il titolo del proprio lavoro, i relatori e se eventualmente questo lavoro è stato svolto in collaborazione con una azienda o all’estero (primo lucido), 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introdurre il punto di partenza, lo scenario e gli obiettivi del lavoro di tesi (vedi secondo lucido) 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e, infine, presentare quanto ottenuto dalla tesi e quali sono gli sviluppi futuri (vedi terzo lucido). </a:t>
            </a:r>
          </a:p>
          <a:p>
            <a:pPr marL="0" indent="0">
              <a:buFont typeface="+mj-lt"/>
              <a:buNone/>
            </a:pPr>
            <a:r>
              <a:rPr lang="it-IT" baseline="0" dirty="0"/>
              <a:t>Evitare di inserire "troppo" testo, ma preferire (se appropriati e significativi per il lavoro svolto) diagrammi e figure</a:t>
            </a:r>
          </a:p>
          <a:p>
            <a:pPr marL="0" indent="0">
              <a:buFont typeface="+mj-lt"/>
              <a:buNone/>
            </a:pPr>
            <a:endParaRPr lang="it-I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In sede di presentazione lo studente ha circa 3 minuti a disposizione per tutta la presentazione e non è prevista introduzione da parte del relatore.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863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Obiettivi e Contenuti:</a:t>
            </a:r>
          </a:p>
          <a:p>
            <a:r>
              <a:rPr lang="it-IT" dirty="0"/>
              <a:t>Va descritto in breve qual</a:t>
            </a:r>
            <a:r>
              <a:rPr lang="it-IT" baseline="0" dirty="0"/>
              <a:t> è l’obiettivo principale della tesi e lo scenario/contesto del lavoro svolto.</a:t>
            </a:r>
          </a:p>
          <a:p>
            <a:r>
              <a:rPr lang="it-IT" baseline="0" dirty="0"/>
              <a:t>Vanno inseriti anche i contenuti, ossia, i punti principali affrontati nella dissertazione. </a:t>
            </a:r>
          </a:p>
          <a:p>
            <a:endParaRPr lang="it-IT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Evitare di inserire "troppo" testo, ma preferire (se appropriati e significativi per il lavoro svolto) diagrammi e figure</a:t>
            </a:r>
          </a:p>
          <a:p>
            <a:endParaRPr lang="it-IT" baseline="0" dirty="0"/>
          </a:p>
          <a:p>
            <a:r>
              <a:rPr lang="it-IT" baseline="0" dirty="0"/>
              <a:t>Colore, dimensione font non possono essere modificati..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1787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Risultati e Conclusioni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La sezione risultati presenta</a:t>
            </a:r>
            <a:r>
              <a:rPr lang="it-IT" baseline="0" dirty="0"/>
              <a:t> i risultati della tesi e l’eventuale contributo del lavoro. Se possibile, vanno inseriti anche gli eventuali sviluppi futuri sul lavoro svolto.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Anche qui, evitare di inserire "troppo" testo, ma preferire (se appropriati e significativi per il lavoro svolto) diagrammi e figure</a:t>
            </a:r>
          </a:p>
          <a:p>
            <a:endParaRPr lang="it-IT" baseline="0" dirty="0"/>
          </a:p>
          <a:p>
            <a:r>
              <a:rPr lang="it-IT" baseline="0" dirty="0"/>
              <a:t>Non deve essere inserita alcuna sezione dedicata ai ringraziamenti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56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3F05FB-D326-4BD0-B9A2-574C008F39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96BD26AE-0500-BE0E-06F7-49E79021BCCB}"/>
              </a:ext>
            </a:extLst>
          </p:cNvPr>
          <p:cNvSpPr txBox="1">
            <a:spLocks/>
          </p:cNvSpPr>
          <p:nvPr userDrawn="1"/>
        </p:nvSpPr>
        <p:spPr>
          <a:xfrm>
            <a:off x="1524000" y="4324862"/>
            <a:ext cx="9144000" cy="1410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Relatore: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 </a:t>
            </a:r>
          </a:p>
        </p:txBody>
      </p:sp>
    </p:spTree>
    <p:extLst>
      <p:ext uri="{BB962C8B-B14F-4D97-AF65-F5344CB8AC3E}">
        <p14:creationId xmlns:p14="http://schemas.microsoft.com/office/powerpoint/2010/main" val="306476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36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9572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233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921ABD43-6A3D-532D-D84D-D4AED20CD6E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764990CC-7D3C-B3B8-8169-03013EE9AFB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399750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5682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29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7344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0802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4525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C55AAE27-2E27-6B9C-3A0C-46DD55746F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42883A0B-0DC4-6DAD-4F09-3EA0EBE28A70}"/>
              </a:ext>
            </a:extLst>
          </p:cNvPr>
          <p:cNvSpPr txBox="1">
            <a:spLocks/>
          </p:cNvSpPr>
          <p:nvPr userDrawn="1"/>
        </p:nvSpPr>
        <p:spPr>
          <a:xfrm>
            <a:off x="1524000" y="4324862"/>
            <a:ext cx="9144000" cy="1410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Relatore: </a:t>
            </a:r>
            <a:r>
              <a:rPr lang="it-IT" dirty="0" err="1"/>
              <a:t>chiar.mo</a:t>
            </a:r>
            <a:r>
              <a:rPr lang="it-IT" dirty="0"/>
              <a:t>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 </a:t>
            </a:r>
          </a:p>
        </p:txBody>
      </p:sp>
    </p:spTree>
    <p:extLst>
      <p:ext uri="{BB962C8B-B14F-4D97-AF65-F5344CB8AC3E}">
        <p14:creationId xmlns:p14="http://schemas.microsoft.com/office/powerpoint/2010/main" val="1000481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85716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74231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68171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080B6B98-075D-C6B9-B1D2-8CE5DDC998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3C5AFB0B-75F8-5BFC-25E2-4DE0B9D1D1B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213650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27530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5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898527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277713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53881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5DC85ADD-EA8D-50F7-9CFE-B8B22A1E41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FEA6AE3B-EACB-3C94-2359-59B301D7F3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327106"/>
            <a:ext cx="9144000" cy="1502850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lang="it-IT" sz="2000" kern="1200" dirty="0" smtClean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r>
              <a:rPr lang="it-IT" dirty="0"/>
              <a:t>Relatore: </a:t>
            </a:r>
            <a:r>
              <a:rPr lang="it-IT" dirty="0" err="1"/>
              <a:t>chiar.mo</a:t>
            </a:r>
            <a:r>
              <a:rPr lang="it-IT" dirty="0"/>
              <a:t>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0653588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14726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220315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448713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B82A1814-996C-F346-4E27-D69D243F6E5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88F45F50-DE8A-D333-BF19-69A61DA3028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21353240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8518214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57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167009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58006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5975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294CF25-6CD9-49C6-B030-FE622847196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D0938AB-A189-499C-8BD1-DE81DA518432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B1AB11-7C08-C957-7125-1044CC4BF837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61799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2FC7420-6275-48D3-A71D-F3548291EF7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D32307F-CD72-BB9D-8042-508D0153DDF8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2A9FBCF-2CA9-5835-D811-00F311A28B22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249496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1357B17-7ED1-4984-99F9-0DA67F0A415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766C28-04A2-857D-5CED-5A36A4D41EBF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84BDC2-7DC7-70F3-9CDE-725303F6DA26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338650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D3B3C3-57E7-40F9-8417-2FE4CC2EB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/>
          <a:lstStyle/>
          <a:p>
            <a:r>
              <a:rPr lang="it-IT" sz="4000" dirty="0"/>
              <a:t>Riconoscimento automatico di risse in sequenze video</a:t>
            </a:r>
            <a:br>
              <a:rPr lang="it-IT" sz="4000" dirty="0"/>
            </a:br>
            <a:r>
              <a:rPr lang="it-IT" sz="4000" dirty="0"/>
              <a:t>mediante tecniche di Computer Vision e </a:t>
            </a:r>
            <a:r>
              <a:rPr lang="it-IT" sz="4000"/>
              <a:t>Deep Learning</a:t>
            </a:r>
            <a:endParaRPr lang="it-IT" sz="4000" dirty="0">
              <a:solidFill>
                <a:schemeClr val="tx1"/>
              </a:solidFill>
            </a:endParaRP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93D06744-791D-6AFB-6E80-8ADD7B53F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630749"/>
          </a:xfrm>
        </p:spPr>
        <p:txBody>
          <a:bodyPr>
            <a:noAutofit/>
          </a:bodyPr>
          <a:lstStyle/>
          <a:p>
            <a:r>
              <a:rPr lang="it-IT" b="1" dirty="0"/>
              <a:t>William Villari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265AD214-7CE6-ADC3-95E1-F7693CCE6A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3943959"/>
            <a:ext cx="9144000" cy="1502850"/>
          </a:xfrm>
        </p:spPr>
        <p:txBody>
          <a:bodyPr lIns="90000">
            <a:noAutofit/>
          </a:bodyPr>
          <a:lstStyle/>
          <a:p>
            <a:endParaRPr lang="it-IT" sz="1600" dirty="0"/>
          </a:p>
          <a:p>
            <a:r>
              <a:rPr lang="it-IT" sz="1600" dirty="0"/>
              <a:t>Relatrice: Prof.ssa </a:t>
            </a:r>
            <a:r>
              <a:rPr lang="it-IT" sz="1600" b="1" dirty="0"/>
              <a:t>Roberta Avanzato</a:t>
            </a:r>
          </a:p>
          <a:p>
            <a:r>
              <a:rPr lang="it-IT" sz="1600" dirty="0"/>
              <a:t>Correlatori: Prof. </a:t>
            </a:r>
            <a:r>
              <a:rPr lang="it-IT" sz="1600" b="1" dirty="0"/>
              <a:t>Francesco Beritelli</a:t>
            </a:r>
          </a:p>
          <a:p>
            <a:r>
              <a:rPr lang="it-IT" sz="1600" dirty="0"/>
              <a:t>	  Ing. </a:t>
            </a:r>
            <a:r>
              <a:rPr lang="it-IT" sz="1600" b="1" dirty="0"/>
              <a:t>Ludovica Beritelli</a:t>
            </a:r>
          </a:p>
          <a:p>
            <a:endParaRPr lang="it-IT" sz="1600" dirty="0"/>
          </a:p>
          <a:p>
            <a:r>
              <a:rPr lang="it-IT" sz="1600" dirty="0"/>
              <a:t>27 Luglio 2026</a:t>
            </a:r>
          </a:p>
        </p:txBody>
      </p:sp>
    </p:spTree>
    <p:extLst>
      <p:ext uri="{BB962C8B-B14F-4D97-AF65-F5344CB8AC3E}">
        <p14:creationId xmlns:p14="http://schemas.microsoft.com/office/powerpoint/2010/main" val="200489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27408F-8862-1CD3-BC06-B97BE0F7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dirty="0"/>
              <a:t>Obiettivi e Contenuti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BF042F9-AE60-BBED-941E-1DD3BD37B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948"/>
            <a:ext cx="6136179" cy="45400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it-IT" sz="2200" b="1" dirty="0"/>
              <a:t>Contesto</a:t>
            </a:r>
            <a:r>
              <a:rPr lang="it-IT" sz="2200" dirty="0"/>
              <a:t>: Videosorveglianza </a:t>
            </a:r>
            <a:r>
              <a:rPr lang="it-IT" sz="2200" i="1" dirty="0"/>
              <a:t>Smart City </a:t>
            </a:r>
            <a:r>
              <a:rPr lang="it-IT" sz="2200" dirty="0"/>
              <a:t>dovuto ai limiti della supervisione umana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Obiettivo</a:t>
            </a:r>
            <a:r>
              <a:rPr lang="it-IT" sz="2200" dirty="0"/>
              <a:t>: Sistema automatico di rilevamento risse ottimizzato per </a:t>
            </a:r>
            <a:r>
              <a:rPr lang="it-IT" sz="2200" i="1" dirty="0"/>
              <a:t>Edge devices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Dataset</a:t>
            </a:r>
            <a:r>
              <a:rPr lang="it-IT" sz="2200" dirty="0"/>
              <a:t>: </a:t>
            </a:r>
            <a:r>
              <a:rPr lang="it-IT" sz="2200" i="1" dirty="0"/>
              <a:t>RWF-2000</a:t>
            </a:r>
            <a:r>
              <a:rPr lang="it-IT" sz="2200" dirty="0"/>
              <a:t> + </a:t>
            </a:r>
            <a:r>
              <a:rPr lang="it-IT" sz="2200" i="1" dirty="0"/>
              <a:t>Real Life </a:t>
            </a:r>
            <a:r>
              <a:rPr lang="it-IT" sz="2200" i="1" dirty="0" err="1"/>
              <a:t>Violence</a:t>
            </a:r>
            <a:r>
              <a:rPr lang="it-IT" sz="2200" i="1" dirty="0"/>
              <a:t> Situations </a:t>
            </a:r>
            <a:r>
              <a:rPr lang="it-IT" sz="2200" dirty="0"/>
              <a:t>(training/val), </a:t>
            </a:r>
            <a:r>
              <a:rPr lang="it-IT" sz="2200" i="1" dirty="0"/>
              <a:t>UCF-Crime</a:t>
            </a:r>
            <a:r>
              <a:rPr lang="it-IT" sz="2200" dirty="0"/>
              <a:t> (test) </a:t>
            </a:r>
          </a:p>
        </p:txBody>
      </p:sp>
      <p:pic>
        <p:nvPicPr>
          <p:cNvPr id="8" name="Immagine 7" descr="Immagine che contiene testo, schermata, biglietto da visita, Carattere&#10;&#10;Il contenuto generato dall'IA potrebbe non essere corretto.">
            <a:extLst>
              <a:ext uri="{FF2B5EF4-FFF2-40B4-BE49-F238E27FC236}">
                <a16:creationId xmlns:a16="http://schemas.microsoft.com/office/drawing/2014/main" id="{81F2D65C-06D9-82E1-C6E1-668CFC6D3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379" y="124911"/>
            <a:ext cx="4766650" cy="59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1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7F22A2E-C314-D76D-5344-475B1707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dirty="0"/>
              <a:t>Risultati e Conclusioni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FBF2031-B67F-9010-E007-37B627CC4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2205"/>
            <a:ext cx="6759010" cy="445879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it-IT" sz="2200" b="1" dirty="0"/>
              <a:t>Accuratezza</a:t>
            </a:r>
            <a:r>
              <a:rPr lang="it-IT" sz="2200" dirty="0"/>
              <a:t>: 84% (validazione), 85% (</a:t>
            </a:r>
            <a:r>
              <a:rPr lang="it-IT" sz="2200" i="1" dirty="0"/>
              <a:t>UCF-Crime</a:t>
            </a:r>
            <a:r>
              <a:rPr lang="it-IT" sz="2200" dirty="0"/>
              <a:t>)</a:t>
            </a:r>
          </a:p>
          <a:p>
            <a:pPr>
              <a:lnSpc>
                <a:spcPct val="100000"/>
              </a:lnSpc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Filtro spettatori</a:t>
            </a:r>
            <a:r>
              <a:rPr lang="it-IT" sz="2200" dirty="0"/>
              <a:t>: FP 1306 → 434</a:t>
            </a:r>
          </a:p>
          <a:p>
            <a:pPr>
              <a:lnSpc>
                <a:spcPct val="100000"/>
              </a:lnSpc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Modello</a:t>
            </a:r>
            <a:r>
              <a:rPr lang="it-IT" sz="2200" dirty="0"/>
              <a:t>: 154k parametri, 56.8 </a:t>
            </a:r>
            <a:r>
              <a:rPr lang="it-IT" sz="2200" i="1" dirty="0"/>
              <a:t>FPS</a:t>
            </a:r>
          </a:p>
          <a:p>
            <a:pPr>
              <a:lnSpc>
                <a:spcPct val="100000"/>
              </a:lnSpc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Sviluppo futuro</a:t>
            </a:r>
            <a:r>
              <a:rPr lang="it-IT" sz="2200" dirty="0"/>
              <a:t>: </a:t>
            </a:r>
            <a:r>
              <a:rPr lang="it-IT" sz="2200" i="1" dirty="0"/>
              <a:t>GCN</a:t>
            </a:r>
            <a:r>
              <a:rPr lang="it-IT" sz="2200" dirty="0"/>
              <a:t> multi-persona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01F441F-C913-038D-7660-3BAA2691A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212" y="365125"/>
            <a:ext cx="3420965" cy="166045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93EBDEB-A0AD-64B3-D324-BA34342FB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210" y="2115956"/>
            <a:ext cx="3420964" cy="18576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033708-F0DC-F836-D7E8-F8B7AF5D27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471" y="4072413"/>
            <a:ext cx="2578443" cy="214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390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9CE079615D884A940FCB6663749814" ma:contentTypeVersion="12" ma:contentTypeDescription="Create a new document." ma:contentTypeScope="" ma:versionID="730a3498471033da2349798728f12144">
  <xsd:schema xmlns:xsd="http://www.w3.org/2001/XMLSchema" xmlns:xs="http://www.w3.org/2001/XMLSchema" xmlns:p="http://schemas.microsoft.com/office/2006/metadata/properties" xmlns:ns3="c224ffea-49cd-4700-9eee-e6fd160cd816" xmlns:ns4="d543374b-509c-4350-a5c8-3c1bd8055ec5" targetNamespace="http://schemas.microsoft.com/office/2006/metadata/properties" ma:root="true" ma:fieldsID="8e3cb5a327f01176a942c93285e0e7f8" ns3:_="" ns4:_="">
    <xsd:import namespace="c224ffea-49cd-4700-9eee-e6fd160cd816"/>
    <xsd:import namespace="d543374b-509c-4350-a5c8-3c1bd8055e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24ffea-49cd-4700-9eee-e6fd160cd8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3374b-509c-4350-a5c8-3c1bd8055ec5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6A7A6B-3949-4E1B-BAB3-FDC63B06C8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94CC2E-81AE-412E-A18E-BB25285B17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24ffea-49cd-4700-9eee-e6fd160cd816"/>
    <ds:schemaRef ds:uri="d543374b-509c-4350-a5c8-3c1bd8055e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0E3395-82EA-4C3E-97EF-88C74BF5F12D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d543374b-509c-4350-a5c8-3c1bd8055ec5"/>
    <ds:schemaRef ds:uri="http://schemas.openxmlformats.org/package/2006/metadata/core-properties"/>
    <ds:schemaRef ds:uri="c224ffea-49cd-4700-9eee-e6fd160cd81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438</Words>
  <Application>Microsoft Macintosh PowerPoint</Application>
  <PresentationFormat>Widescreen</PresentationFormat>
  <Paragraphs>49</Paragraphs>
  <Slides>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3</vt:i4>
      </vt:variant>
    </vt:vector>
  </HeadingPairs>
  <TitlesOfParts>
    <vt:vector size="10" baseType="lpstr">
      <vt:lpstr>Arial</vt:lpstr>
      <vt:lpstr>Calibri</vt:lpstr>
      <vt:lpstr>Georgia</vt:lpstr>
      <vt:lpstr>Verdana</vt:lpstr>
      <vt:lpstr>Tema di Office</vt:lpstr>
      <vt:lpstr>1_Tema di Office</vt:lpstr>
      <vt:lpstr>2_Tema di Office</vt:lpstr>
      <vt:lpstr>Riconoscimento automatico di risse in sequenze video mediante tecniche di Computer Vision e Deep Learning</vt:lpstr>
      <vt:lpstr>Obiettivi e Contenuti</vt:lpstr>
      <vt:lpstr>Risultati e 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Ciao sono Marina</dc:title>
  <dc:creator>Marina Caruso</dc:creator>
  <cp:lastModifiedBy>WILLIAM VILLARI</cp:lastModifiedBy>
  <cp:revision>43</cp:revision>
  <cp:lastPrinted>2021-11-08T11:31:05Z</cp:lastPrinted>
  <dcterms:created xsi:type="dcterms:W3CDTF">2021-11-05T11:52:19Z</dcterms:created>
  <dcterms:modified xsi:type="dcterms:W3CDTF">2026-07-21T08:54:42Z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0x0101003E9CE079615D884A940FCB6663749814</vt:lpwstr>
  </property>
</Properties>
</file>