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59" r:id="rId5"/>
    <p:sldMasterId id="2147483670" r:id="rId6"/>
  </p:sldMasterIdLst>
  <p:notesMasterIdLst>
    <p:notesMasterId r:id="rId10"/>
  </p:notesMasterIdLst>
  <p:sldIdLst>
    <p:sldId id="256" r:id="rId7"/>
    <p:sldId id="261" r:id="rId8"/>
    <p:sldId id="262" r:id="rId9"/>
  </p:sldIdLst>
  <p:sldSz cx="12192000" cy="6858000"/>
  <p:notesSz cx="6797675" cy="9872663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61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467704-1BEC-493F-B910-243A3A72653D}" v="6" dt="2023-02-11T09:32:27.3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542" autoAdjust="0"/>
    <p:restoredTop sz="74151" autoAdjust="0"/>
  </p:normalViewPr>
  <p:slideViewPr>
    <p:cSldViewPr snapToGrid="0">
      <p:cViewPr>
        <p:scale>
          <a:sx n="90" d="100"/>
          <a:sy n="90" d="100"/>
        </p:scale>
        <p:origin x="824" y="-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81" d="100"/>
          <a:sy n="81" d="100"/>
        </p:scale>
        <p:origin x="253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razio Tomarchio" userId="127280df-7b21-40f7-a364-a9ecddca11f6" providerId="ADAL" clId="{76C659F5-8ABD-4A95-93CD-55E82B072CA7}"/>
    <pc:docChg chg="custSel modSld modMainMaster">
      <pc:chgData name="Orazio Tomarchio" userId="127280df-7b21-40f7-a364-a9ecddca11f6" providerId="ADAL" clId="{76C659F5-8ABD-4A95-93CD-55E82B072CA7}" dt="2023-02-11T08:50:49.850" v="45" actId="6549"/>
      <pc:docMkLst>
        <pc:docMk/>
      </pc:docMkLst>
      <pc:sldChg chg="modSp mod modNotesTx">
        <pc:chgData name="Orazio Tomarchio" userId="127280df-7b21-40f7-a364-a9ecddca11f6" providerId="ADAL" clId="{76C659F5-8ABD-4A95-93CD-55E82B072CA7}" dt="2023-02-11T08:50:49.850" v="45" actId="6549"/>
        <pc:sldMkLst>
          <pc:docMk/>
          <pc:sldMk cId="2004898496" sldId="256"/>
        </pc:sldMkLst>
        <pc:spChg chg="mod">
          <ac:chgData name="Orazio Tomarchio" userId="127280df-7b21-40f7-a364-a9ecddca11f6" providerId="ADAL" clId="{76C659F5-8ABD-4A95-93CD-55E82B072CA7}" dt="2023-02-11T08:40:38.755" v="20" actId="20577"/>
          <ac:spMkLst>
            <pc:docMk/>
            <pc:sldMk cId="2004898496" sldId="256"/>
            <ac:spMk id="8" creationId="{93D06744-791D-6AFB-6E80-8ADD7B53F11C}"/>
          </ac:spMkLst>
        </pc:spChg>
        <pc:spChg chg="mod">
          <ac:chgData name="Orazio Tomarchio" userId="127280df-7b21-40f7-a364-a9ecddca11f6" providerId="ADAL" clId="{76C659F5-8ABD-4A95-93CD-55E82B072CA7}" dt="2023-02-11T08:50:49.850" v="45" actId="6549"/>
          <ac:spMkLst>
            <pc:docMk/>
            <pc:sldMk cId="2004898496" sldId="256"/>
            <ac:spMk id="14" creationId="{265AD214-7CE6-ADC3-95E1-F7693CCE6A69}"/>
          </ac:spMkLst>
        </pc:spChg>
      </pc:sldChg>
      <pc:sldMasterChg chg="modSp mod">
        <pc:chgData name="Orazio Tomarchio" userId="127280df-7b21-40f7-a364-a9ecddca11f6" providerId="ADAL" clId="{76C659F5-8ABD-4A95-93CD-55E82B072CA7}" dt="2023-02-11T08:47:57.881" v="40" actId="1036"/>
        <pc:sldMasterMkLst>
          <pc:docMk/>
          <pc:sldMasterMk cId="617994796" sldId="2147483648"/>
        </pc:sldMasterMkLst>
        <pc:spChg chg="mod">
          <ac:chgData name="Orazio Tomarchio" userId="127280df-7b21-40f7-a364-a9ecddca11f6" providerId="ADAL" clId="{76C659F5-8ABD-4A95-93CD-55E82B072CA7}" dt="2023-02-11T08:47:57.881" v="40" actId="1036"/>
          <ac:spMkLst>
            <pc:docMk/>
            <pc:sldMasterMk cId="617994796" sldId="2147483648"/>
            <ac:spMk id="11" creationId="{FD0938AB-A189-499C-8BD1-DE81DA518432}"/>
          </ac:spMkLst>
        </pc:spChg>
      </pc:sldMasterChg>
      <pc:sldMasterChg chg="addSp delSp modSp mod">
        <pc:chgData name="Orazio Tomarchio" userId="127280df-7b21-40f7-a364-a9ecddca11f6" providerId="ADAL" clId="{76C659F5-8ABD-4A95-93CD-55E82B072CA7}" dt="2023-02-11T08:50:18.576" v="42"/>
        <pc:sldMasterMkLst>
          <pc:docMk/>
          <pc:sldMasterMk cId="2494966399" sldId="2147483659"/>
        </pc:sldMasterMkLst>
        <pc:spChg chg="del">
          <ac:chgData name="Orazio Tomarchio" userId="127280df-7b21-40f7-a364-a9ecddca11f6" providerId="ADAL" clId="{76C659F5-8ABD-4A95-93CD-55E82B072CA7}" dt="2023-02-11T08:50:18.037" v="41" actId="478"/>
          <ac:spMkLst>
            <pc:docMk/>
            <pc:sldMasterMk cId="2494966399" sldId="2147483659"/>
            <ac:spMk id="4" creationId="{5DAD65C5-A95C-8A0F-7003-D0363FD133AA}"/>
          </ac:spMkLst>
        </pc:spChg>
        <pc:spChg chg="add mod">
          <ac:chgData name="Orazio Tomarchio" userId="127280df-7b21-40f7-a364-a9ecddca11f6" providerId="ADAL" clId="{76C659F5-8ABD-4A95-93CD-55E82B072CA7}" dt="2023-02-11T08:50:18.576" v="42"/>
          <ac:spMkLst>
            <pc:docMk/>
            <pc:sldMasterMk cId="2494966399" sldId="2147483659"/>
            <ac:spMk id="6" creationId="{F4DE8FFE-8AB4-F595-84AB-3DAAAA75817F}"/>
          </ac:spMkLst>
        </pc:spChg>
      </pc:sldMasterChg>
      <pc:sldMasterChg chg="addSp delSp modSp mod">
        <pc:chgData name="Orazio Tomarchio" userId="127280df-7b21-40f7-a364-a9ecddca11f6" providerId="ADAL" clId="{76C659F5-8ABD-4A95-93CD-55E82B072CA7}" dt="2023-02-11T08:50:28.246" v="44"/>
        <pc:sldMasterMkLst>
          <pc:docMk/>
          <pc:sldMasterMk cId="3386500721" sldId="2147483670"/>
        </pc:sldMasterMkLst>
        <pc:spChg chg="del">
          <ac:chgData name="Orazio Tomarchio" userId="127280df-7b21-40f7-a364-a9ecddca11f6" providerId="ADAL" clId="{76C659F5-8ABD-4A95-93CD-55E82B072CA7}" dt="2023-02-11T08:50:27.614" v="43" actId="478"/>
          <ac:spMkLst>
            <pc:docMk/>
            <pc:sldMasterMk cId="3386500721" sldId="2147483670"/>
            <ac:spMk id="4" creationId="{AF07C65F-4C6D-E5C8-1A0F-F68ACE858387}"/>
          </ac:spMkLst>
        </pc:spChg>
        <pc:spChg chg="add mod">
          <ac:chgData name="Orazio Tomarchio" userId="127280df-7b21-40f7-a364-a9ecddca11f6" providerId="ADAL" clId="{76C659F5-8ABD-4A95-93CD-55E82B072CA7}" dt="2023-02-11T08:50:28.246" v="44"/>
          <ac:spMkLst>
            <pc:docMk/>
            <pc:sldMasterMk cId="3386500721" sldId="2147483670"/>
            <ac:spMk id="5" creationId="{4CF82A50-AB3A-78BA-7CB5-168A181E62FF}"/>
          </ac:spMkLst>
        </pc:spChg>
      </pc:sldMasterChg>
    </pc:docChg>
  </pc:docChgLst>
  <pc:docChgLst>
    <pc:chgData name="Orazio Tomarchio" userId="127280df-7b21-40f7-a364-a9ecddca11f6" providerId="ADAL" clId="{AF467704-1BEC-493F-B910-243A3A72653D}"/>
    <pc:docChg chg="undo custSel modSld modMainMaster">
      <pc:chgData name="Orazio Tomarchio" userId="127280df-7b21-40f7-a364-a9ecddca11f6" providerId="ADAL" clId="{AF467704-1BEC-493F-B910-243A3A72653D}" dt="2023-02-12T21:10:14.475" v="835" actId="6549"/>
      <pc:docMkLst>
        <pc:docMk/>
      </pc:docMkLst>
      <pc:sldChg chg="modSp mod modNotesTx">
        <pc:chgData name="Orazio Tomarchio" userId="127280df-7b21-40f7-a364-a9ecddca11f6" providerId="ADAL" clId="{AF467704-1BEC-493F-B910-243A3A72653D}" dt="2023-02-11T09:43:54.275" v="386" actId="20577"/>
        <pc:sldMkLst>
          <pc:docMk/>
          <pc:sldMk cId="2004898496" sldId="256"/>
        </pc:sldMkLst>
        <pc:spChg chg="mod">
          <ac:chgData name="Orazio Tomarchio" userId="127280df-7b21-40f7-a364-a9ecddca11f6" providerId="ADAL" clId="{AF467704-1BEC-493F-B910-243A3A72653D}" dt="2023-02-11T09:33:11.822" v="110" actId="113"/>
          <ac:spMkLst>
            <pc:docMk/>
            <pc:sldMk cId="2004898496" sldId="256"/>
            <ac:spMk id="8" creationId="{93D06744-791D-6AFB-6E80-8ADD7B53F11C}"/>
          </ac:spMkLst>
        </pc:spChg>
        <pc:spChg chg="mod">
          <ac:chgData name="Orazio Tomarchio" userId="127280df-7b21-40f7-a364-a9ecddca11f6" providerId="ADAL" clId="{AF467704-1BEC-493F-B910-243A3A72653D}" dt="2023-02-11T09:43:54.275" v="386" actId="20577"/>
          <ac:spMkLst>
            <pc:docMk/>
            <pc:sldMk cId="2004898496" sldId="256"/>
            <ac:spMk id="14" creationId="{265AD214-7CE6-ADC3-95E1-F7693CCE6A69}"/>
          </ac:spMkLst>
        </pc:spChg>
      </pc:sldChg>
      <pc:sldChg chg="modSp mod modNotesTx">
        <pc:chgData name="Orazio Tomarchio" userId="127280df-7b21-40f7-a364-a9ecddca11f6" providerId="ADAL" clId="{AF467704-1BEC-493F-B910-243A3A72653D}" dt="2023-02-12T21:07:57.717" v="714" actId="2710"/>
        <pc:sldMkLst>
          <pc:docMk/>
          <pc:sldMk cId="3692413078" sldId="261"/>
        </pc:sldMkLst>
        <pc:spChg chg="mod">
          <ac:chgData name="Orazio Tomarchio" userId="127280df-7b21-40f7-a364-a9ecddca11f6" providerId="ADAL" clId="{AF467704-1BEC-493F-B910-243A3A72653D}" dt="2023-02-12T21:07:57.717" v="714" actId="2710"/>
          <ac:spMkLst>
            <pc:docMk/>
            <pc:sldMk cId="3692413078" sldId="261"/>
            <ac:spMk id="4" creationId="{BBF042F9-AE60-BBED-941E-1DD3BD37BE21}"/>
          </ac:spMkLst>
        </pc:spChg>
      </pc:sldChg>
      <pc:sldChg chg="modSp mod modNotesTx">
        <pc:chgData name="Orazio Tomarchio" userId="127280df-7b21-40f7-a364-a9ecddca11f6" providerId="ADAL" clId="{AF467704-1BEC-493F-B910-243A3A72653D}" dt="2023-02-12T21:10:14.475" v="835" actId="6549"/>
        <pc:sldMkLst>
          <pc:docMk/>
          <pc:sldMk cId="1715439093" sldId="262"/>
        </pc:sldMkLst>
        <pc:spChg chg="mod">
          <ac:chgData name="Orazio Tomarchio" userId="127280df-7b21-40f7-a364-a9ecddca11f6" providerId="ADAL" clId="{AF467704-1BEC-493F-B910-243A3A72653D}" dt="2023-02-12T21:10:14.475" v="835" actId="6549"/>
          <ac:spMkLst>
            <pc:docMk/>
            <pc:sldMk cId="1715439093" sldId="262"/>
            <ac:spMk id="5" creationId="{8FBF2031-B67F-9010-E007-37B627CC4C2B}"/>
          </ac:spMkLst>
        </pc:spChg>
      </pc:sldChg>
      <pc:sldMasterChg chg="addSp delSp modSp mod modSldLayout">
        <pc:chgData name="Orazio Tomarchio" userId="127280df-7b21-40f7-a364-a9ecddca11f6" providerId="ADAL" clId="{AF467704-1BEC-493F-B910-243A3A72653D}" dt="2023-02-11T09:32:52.861" v="109" actId="6549"/>
        <pc:sldMasterMkLst>
          <pc:docMk/>
          <pc:sldMasterMk cId="617994796" sldId="2147483648"/>
        </pc:sldMasterMkLst>
        <pc:spChg chg="add mod">
          <ac:chgData name="Orazio Tomarchio" userId="127280df-7b21-40f7-a364-a9ecddca11f6" providerId="ADAL" clId="{AF467704-1BEC-493F-B910-243A3A72653D}" dt="2023-02-11T09:31:09.408" v="104" actId="1038"/>
          <ac:spMkLst>
            <pc:docMk/>
            <pc:sldMasterMk cId="617994796" sldId="2147483648"/>
            <ac:spMk id="4" creationId="{C8B1AB11-7C08-C957-7125-1044CC4BF837}"/>
          </ac:spMkLst>
        </pc:spChg>
        <pc:spChg chg="mod">
          <ac:chgData name="Orazio Tomarchio" userId="127280df-7b21-40f7-a364-a9ecddca11f6" providerId="ADAL" clId="{AF467704-1BEC-493F-B910-243A3A72653D}" dt="2023-02-11T09:29:17.427" v="79" actId="1076"/>
          <ac:spMkLst>
            <pc:docMk/>
            <pc:sldMasterMk cId="617994796" sldId="2147483648"/>
            <ac:spMk id="11" creationId="{FD0938AB-A189-499C-8BD1-DE81DA518432}"/>
          </ac:spMkLst>
        </pc:spChg>
        <pc:picChg chg="add del mod">
          <ac:chgData name="Orazio Tomarchio" userId="127280df-7b21-40f7-a364-a9ecddca11f6" providerId="ADAL" clId="{AF467704-1BEC-493F-B910-243A3A72653D}" dt="2023-02-11T09:28:57.972" v="78" actId="478"/>
          <ac:picMkLst>
            <pc:docMk/>
            <pc:sldMasterMk cId="617994796" sldId="2147483648"/>
            <ac:picMk id="6" creationId="{7A042B58-6758-8C02-6E03-D28203542D33}"/>
          </ac:picMkLst>
        </pc:picChg>
        <pc:sldLayoutChg chg="modSp mod">
          <pc:chgData name="Orazio Tomarchio" userId="127280df-7b21-40f7-a364-a9ecddca11f6" providerId="ADAL" clId="{AF467704-1BEC-493F-B910-243A3A72653D}" dt="2023-02-11T09:32:52.861" v="109" actId="6549"/>
          <pc:sldLayoutMkLst>
            <pc:docMk/>
            <pc:sldMasterMk cId="617994796" sldId="2147483648"/>
            <pc:sldLayoutMk cId="3064768920" sldId="2147483649"/>
          </pc:sldLayoutMkLst>
          <pc:spChg chg="mod">
            <ac:chgData name="Orazio Tomarchio" userId="127280df-7b21-40f7-a364-a9ecddca11f6" providerId="ADAL" clId="{AF467704-1BEC-493F-B910-243A3A72653D}" dt="2023-02-11T09:32:52.861" v="109" actId="6549"/>
            <ac:spMkLst>
              <pc:docMk/>
              <pc:sldMasterMk cId="617994796" sldId="2147483648"/>
              <pc:sldLayoutMk cId="3064768920" sldId="2147483649"/>
              <ac:spMk id="4" creationId="{96BD26AE-0500-BE0E-06F7-49E79021BCCB}"/>
            </ac:spMkLst>
          </pc:spChg>
        </pc:sldLayoutChg>
      </pc:sldMasterChg>
      <pc:sldMasterChg chg="addSp delSp modSp mod">
        <pc:chgData name="Orazio Tomarchio" userId="127280df-7b21-40f7-a364-a9ecddca11f6" providerId="ADAL" clId="{AF467704-1BEC-493F-B910-243A3A72653D}" dt="2023-02-11T09:32:17.300" v="106"/>
        <pc:sldMasterMkLst>
          <pc:docMk/>
          <pc:sldMasterMk cId="2494966399" sldId="2147483659"/>
        </pc:sldMasterMkLst>
        <pc:spChg chg="add mod">
          <ac:chgData name="Orazio Tomarchio" userId="127280df-7b21-40f7-a364-a9ecddca11f6" providerId="ADAL" clId="{AF467704-1BEC-493F-B910-243A3A72653D}" dt="2023-02-11T09:29:46.306" v="81"/>
          <ac:spMkLst>
            <pc:docMk/>
            <pc:sldMasterMk cId="2494966399" sldId="2147483659"/>
            <ac:spMk id="4" creationId="{CD32307F-CD72-BB9D-8042-508D0153DDF8}"/>
          </ac:spMkLst>
        </pc:spChg>
        <pc:spChg chg="del">
          <ac:chgData name="Orazio Tomarchio" userId="127280df-7b21-40f7-a364-a9ecddca11f6" providerId="ADAL" clId="{AF467704-1BEC-493F-B910-243A3A72653D}" dt="2023-02-11T09:29:45.489" v="80" actId="478"/>
          <ac:spMkLst>
            <pc:docMk/>
            <pc:sldMasterMk cId="2494966399" sldId="2147483659"/>
            <ac:spMk id="6" creationId="{F4DE8FFE-8AB4-F595-84AB-3DAAAA75817F}"/>
          </ac:spMkLst>
        </pc:spChg>
        <pc:spChg chg="add del mod">
          <ac:chgData name="Orazio Tomarchio" userId="127280df-7b21-40f7-a364-a9ecddca11f6" providerId="ADAL" clId="{AF467704-1BEC-493F-B910-243A3A72653D}" dt="2023-02-11T09:32:16.482" v="105" actId="478"/>
          <ac:spMkLst>
            <pc:docMk/>
            <pc:sldMasterMk cId="2494966399" sldId="2147483659"/>
            <ac:spMk id="7" creationId="{F1F83638-21B4-4C97-324C-30EABFB398E3}"/>
          </ac:spMkLst>
        </pc:spChg>
        <pc:spChg chg="add mod">
          <ac:chgData name="Orazio Tomarchio" userId="127280df-7b21-40f7-a364-a9ecddca11f6" providerId="ADAL" clId="{AF467704-1BEC-493F-B910-243A3A72653D}" dt="2023-02-11T09:32:17.300" v="106"/>
          <ac:spMkLst>
            <pc:docMk/>
            <pc:sldMasterMk cId="2494966399" sldId="2147483659"/>
            <ac:spMk id="8" creationId="{52A9FBCF-2CA9-5835-D811-00F311A28B22}"/>
          </ac:spMkLst>
        </pc:spChg>
      </pc:sldMasterChg>
      <pc:sldMasterChg chg="addSp delSp modSp mod">
        <pc:chgData name="Orazio Tomarchio" userId="127280df-7b21-40f7-a364-a9ecddca11f6" providerId="ADAL" clId="{AF467704-1BEC-493F-B910-243A3A72653D}" dt="2023-02-11T09:32:27.386" v="108"/>
        <pc:sldMasterMkLst>
          <pc:docMk/>
          <pc:sldMasterMk cId="3386500721" sldId="2147483670"/>
        </pc:sldMasterMkLst>
        <pc:spChg chg="add mod">
          <ac:chgData name="Orazio Tomarchio" userId="127280df-7b21-40f7-a364-a9ecddca11f6" providerId="ADAL" clId="{AF467704-1BEC-493F-B910-243A3A72653D}" dt="2023-02-11T09:29:54.265" v="83"/>
          <ac:spMkLst>
            <pc:docMk/>
            <pc:sldMasterMk cId="3386500721" sldId="2147483670"/>
            <ac:spMk id="4" creationId="{B6766C28-04A2-857D-5CED-5A36A4D41EBF}"/>
          </ac:spMkLst>
        </pc:spChg>
        <pc:spChg chg="del">
          <ac:chgData name="Orazio Tomarchio" userId="127280df-7b21-40f7-a364-a9ecddca11f6" providerId="ADAL" clId="{AF467704-1BEC-493F-B910-243A3A72653D}" dt="2023-02-11T09:29:53.441" v="82" actId="478"/>
          <ac:spMkLst>
            <pc:docMk/>
            <pc:sldMasterMk cId="3386500721" sldId="2147483670"/>
            <ac:spMk id="5" creationId="{4CF82A50-AB3A-78BA-7CB5-168A181E62FF}"/>
          </ac:spMkLst>
        </pc:spChg>
        <pc:spChg chg="add del mod">
          <ac:chgData name="Orazio Tomarchio" userId="127280df-7b21-40f7-a364-a9ecddca11f6" providerId="ADAL" clId="{AF467704-1BEC-493F-B910-243A3A72653D}" dt="2023-02-11T09:32:26.628" v="107" actId="478"/>
          <ac:spMkLst>
            <pc:docMk/>
            <pc:sldMasterMk cId="3386500721" sldId="2147483670"/>
            <ac:spMk id="7" creationId="{254AA4F0-1DDB-F8D0-89FB-F9E518DEC616}"/>
          </ac:spMkLst>
        </pc:spChg>
        <pc:spChg chg="add mod">
          <ac:chgData name="Orazio Tomarchio" userId="127280df-7b21-40f7-a364-a9ecddca11f6" providerId="ADAL" clId="{AF467704-1BEC-493F-B910-243A3A72653D}" dt="2023-02-11T09:32:27.386" v="108"/>
          <ac:spMkLst>
            <pc:docMk/>
            <pc:sldMasterMk cId="3386500721" sldId="2147483670"/>
            <ac:spMk id="8" creationId="{AC84BDC2-7DC7-70F3-9CDE-725303F6DA26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A03290-C39D-45B6-9EA8-560DDA0656D7}" type="datetimeFigureOut">
              <a:rPr lang="it-IT" smtClean="0"/>
              <a:t>21/07/26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1233488"/>
            <a:ext cx="5921375" cy="33321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79768" y="4751219"/>
            <a:ext cx="5438140" cy="38873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9377317"/>
            <a:ext cx="2945659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50443" y="9377317"/>
            <a:ext cx="2945659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CFFA4-1ED0-45A1-A0B5-5E99393A0C1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69361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Note</a:t>
            </a:r>
            <a:r>
              <a:rPr lang="it-IT" b="1" baseline="0" dirty="0"/>
              <a:t> per la compilazione della presentazione:</a:t>
            </a:r>
          </a:p>
          <a:p>
            <a:pPr marL="228600" indent="-228600">
              <a:buFont typeface="+mj-lt"/>
              <a:buAutoNum type="arabicPeriod"/>
            </a:pPr>
            <a:r>
              <a:rPr lang="it-IT" baseline="0" dirty="0"/>
              <a:t>I font, le dimensioni ed i colori e gli elementi grafici presenti, tranne quando espressamente permesso, non devono essere modificati; </a:t>
            </a:r>
          </a:p>
          <a:p>
            <a:pPr marL="228600" indent="-228600">
              <a:buFont typeface="+mj-lt"/>
              <a:buAutoNum type="arabicPeriod"/>
            </a:pPr>
            <a:r>
              <a:rPr lang="it-IT" baseline="0" dirty="0"/>
              <a:t>Il relatore e gli eventuali correlatori devono essere inseriti uno per riga</a:t>
            </a:r>
          </a:p>
          <a:p>
            <a:pPr marL="228600" indent="-228600">
              <a:buFont typeface="+mj-lt"/>
              <a:buAutoNum type="arabicPeriod"/>
            </a:pPr>
            <a:r>
              <a:rPr lang="it-IT" baseline="0" dirty="0"/>
              <a:t>La presentazione deve essere consegnata in formato </a:t>
            </a:r>
            <a:r>
              <a:rPr lang="it-IT" baseline="0" dirty="0" err="1"/>
              <a:t>pptx</a:t>
            </a:r>
            <a:r>
              <a:rPr lang="it-IT" baseline="0" dirty="0"/>
              <a:t> usando il modulo presente sul sito del corso di laurea</a:t>
            </a:r>
          </a:p>
          <a:p>
            <a:pPr marL="0" indent="0">
              <a:buFont typeface="+mj-lt"/>
              <a:buNone/>
            </a:pPr>
            <a:endParaRPr lang="it-IT" baseline="0" dirty="0"/>
          </a:p>
          <a:p>
            <a:pPr marL="0" indent="0">
              <a:buFont typeface="+mj-lt"/>
              <a:buNone/>
            </a:pPr>
            <a:r>
              <a:rPr lang="it-IT" baseline="0" dirty="0"/>
              <a:t>Sostanzialmente lo studente dovrà comunicare:</a:t>
            </a:r>
          </a:p>
          <a:p>
            <a:pPr marL="228600" indent="-228600">
              <a:buFont typeface="+mj-lt"/>
              <a:buAutoNum type="arabicParenR"/>
            </a:pPr>
            <a:r>
              <a:rPr lang="it-IT" baseline="0" dirty="0"/>
              <a:t>il titolo del proprio lavoro, i relatori e se eventualmente questo lavoro è stato svolto in collaborazione con una azienda o all’estero (primo lucido), </a:t>
            </a:r>
          </a:p>
          <a:p>
            <a:pPr marL="228600" indent="-228600">
              <a:buFont typeface="+mj-lt"/>
              <a:buAutoNum type="arabicParenR"/>
            </a:pPr>
            <a:r>
              <a:rPr lang="it-IT" baseline="0" dirty="0"/>
              <a:t>introdurre il punto di partenza, lo scenario e gli obiettivi del lavoro di tesi (vedi secondo lucido) </a:t>
            </a:r>
          </a:p>
          <a:p>
            <a:pPr marL="228600" indent="-228600">
              <a:buFont typeface="+mj-lt"/>
              <a:buAutoNum type="arabicParenR"/>
            </a:pPr>
            <a:r>
              <a:rPr lang="it-IT" baseline="0" dirty="0"/>
              <a:t>e, infine, presentare quanto ottenuto dalla tesi e quali sono gli sviluppi futuri (vedi terzo lucido). </a:t>
            </a:r>
          </a:p>
          <a:p>
            <a:pPr marL="0" indent="0">
              <a:buFont typeface="+mj-lt"/>
              <a:buNone/>
            </a:pPr>
            <a:r>
              <a:rPr lang="it-IT" baseline="0" dirty="0"/>
              <a:t>Evitare di inserire "troppo" testo, ma preferire (se appropriati e significativi per il lavoro svolto) diagrammi e figure</a:t>
            </a:r>
          </a:p>
          <a:p>
            <a:pPr marL="0" indent="0">
              <a:buFont typeface="+mj-lt"/>
              <a:buNone/>
            </a:pPr>
            <a:endParaRPr lang="it-I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aseline="0" dirty="0"/>
              <a:t>In sede di presentazione lo studente ha circa 3 minuti a disposizione per tutta la presentazione e non è prevista introduzione da parte del relatore.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CFFA4-1ED0-45A1-A0B5-5E99393A0C12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798631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Obiettivi e Contenuti:</a:t>
            </a:r>
          </a:p>
          <a:p>
            <a:r>
              <a:rPr lang="it-IT" dirty="0"/>
              <a:t>Va descritto in breve qual</a:t>
            </a:r>
            <a:r>
              <a:rPr lang="it-IT" baseline="0" dirty="0"/>
              <a:t> è l’obiettivo principale della tesi e lo scenario/contesto del lavoro svolto.</a:t>
            </a:r>
          </a:p>
          <a:p>
            <a:r>
              <a:rPr lang="it-IT" baseline="0" dirty="0"/>
              <a:t>Vanno inseriti anche i contenuti, ossia, i punti principali affrontati nella dissertazione. </a:t>
            </a:r>
          </a:p>
          <a:p>
            <a:endParaRPr lang="it-IT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aseline="0" dirty="0"/>
              <a:t>Evitare di inserire "troppo" testo, ma preferire (se appropriati e significativi per il lavoro svolto) diagrammi e figure</a:t>
            </a:r>
          </a:p>
          <a:p>
            <a:endParaRPr lang="it-IT" baseline="0" dirty="0"/>
          </a:p>
          <a:p>
            <a:r>
              <a:rPr lang="it-IT" baseline="0" dirty="0"/>
              <a:t>Colore, dimensione font non possono essere modificati..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CFFA4-1ED0-45A1-A0B5-5E99393A0C12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117878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Risultati e Conclusioni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sezione risultati presenta</a:t>
            </a:r>
            <a:r>
              <a:rPr lang="it-IT" baseline="0" dirty="0"/>
              <a:t> i risultati della tesi e l’eventuale contributo del lavoro. Se possibile, vanno inseriti anche gli eventuali sviluppi futuri sul lavoro svolto.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aseline="0" dirty="0"/>
              <a:t>Anche qui, evitare di inserire "troppo" testo, ma preferire (se appropriati e significativi per il lavoro svolto) diagrammi e figure</a:t>
            </a:r>
          </a:p>
          <a:p>
            <a:endParaRPr lang="it-IT" baseline="0" dirty="0"/>
          </a:p>
          <a:p>
            <a:r>
              <a:rPr lang="it-IT" baseline="0" dirty="0"/>
              <a:t>Non deve essere inserita alcuna sezione dedicata ai ringraziamenti</a:t>
            </a:r>
            <a:endParaRPr lang="it-IT" dirty="0"/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CFFA4-1ED0-45A1-A0B5-5E99393A0C12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075689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38ED42-E245-4B29-82D2-F0840DC3247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8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Titolo della Tesi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653F05FB-D326-4BD0-B9A2-574C008F396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63074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 dirty="0"/>
              <a:t>Nome del candidato</a:t>
            </a: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96BD26AE-0500-BE0E-06F7-49E79021BCCB}"/>
              </a:ext>
            </a:extLst>
          </p:cNvPr>
          <p:cNvSpPr txBox="1">
            <a:spLocks/>
          </p:cNvSpPr>
          <p:nvPr userDrawn="1"/>
        </p:nvSpPr>
        <p:spPr>
          <a:xfrm>
            <a:off x="1524000" y="4324862"/>
            <a:ext cx="9144000" cy="14107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ED613B"/>
              </a:buClr>
              <a:buFont typeface="Arial" panose="020B0604020202020204" pitchFamily="34" charset="0"/>
              <a:buNone/>
              <a:defRPr sz="2000" kern="12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Relatore: prof. </a:t>
            </a:r>
            <a:r>
              <a:rPr lang="it-IT" dirty="0" err="1"/>
              <a:t>Xxxx</a:t>
            </a:r>
            <a:r>
              <a:rPr lang="it-IT" dirty="0"/>
              <a:t> </a:t>
            </a:r>
            <a:r>
              <a:rPr lang="it-IT" dirty="0" err="1"/>
              <a:t>Yyyy</a:t>
            </a:r>
            <a:endParaRPr lang="it-IT" dirty="0"/>
          </a:p>
          <a:p>
            <a:endParaRPr lang="it-IT" dirty="0"/>
          </a:p>
          <a:p>
            <a:r>
              <a:rPr lang="it-IT" dirty="0"/>
              <a:t>Data </a:t>
            </a:r>
          </a:p>
        </p:txBody>
      </p:sp>
    </p:spTree>
    <p:extLst>
      <p:ext uri="{BB962C8B-B14F-4D97-AF65-F5344CB8AC3E}">
        <p14:creationId xmlns:p14="http://schemas.microsoft.com/office/powerpoint/2010/main" val="30647689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4ECD4D-71DF-4682-89F5-877ED0E21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336B3B-745B-4044-A6AA-7A865CE0A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17614"/>
          </a:xfrm>
        </p:spPr>
        <p:txBody>
          <a:bodyPr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13662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FB27B0-F51F-4058-B2B0-C4D74FD7E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147C434-A7F4-49B7-BC21-B94073F1E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4195727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F7C908-1436-4698-8345-B7FD50062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4966C7-222D-46A9-99BB-AF9DB815A0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062219"/>
          </a:xfrm>
        </p:spPr>
        <p:txBody>
          <a:bodyPr/>
          <a:lstStyle>
            <a:lvl1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4C4144-7BD4-4B6F-AC61-E20D5ACB30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6221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defRPr lang="it-IT"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>
              <a:buClr>
                <a:srgbClr val="ED613B"/>
              </a:buClr>
            </a:pPr>
            <a:r>
              <a:rPr lang="it-IT"/>
              <a:t>Modifica gli stili del testo dello schema</a:t>
            </a:r>
          </a:p>
          <a:p>
            <a:pPr lvl="1">
              <a:buClr>
                <a:srgbClr val="ED613B"/>
              </a:buClr>
            </a:pPr>
            <a:r>
              <a:rPr lang="it-IT"/>
              <a:t>Secondo livello</a:t>
            </a:r>
          </a:p>
          <a:p>
            <a:pPr lvl="2">
              <a:buClr>
                <a:srgbClr val="ED613B"/>
              </a:buClr>
            </a:pPr>
            <a:r>
              <a:rPr lang="it-IT"/>
              <a:t>Terzo livello</a:t>
            </a:r>
          </a:p>
          <a:p>
            <a:pPr lvl="3">
              <a:buClr>
                <a:srgbClr val="ED613B"/>
              </a:buClr>
            </a:pPr>
            <a:r>
              <a:rPr lang="it-IT"/>
              <a:t>Quarto livello</a:t>
            </a:r>
          </a:p>
          <a:p>
            <a:pPr lvl="4">
              <a:buClr>
                <a:srgbClr val="ED613B"/>
              </a:buClr>
            </a:pPr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72334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A614EE-956E-4489-A01C-2D27AD132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0">
                <a:solidFill>
                  <a:srgbClr val="ED613B"/>
                </a:solidFill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D88D191-7043-40A7-896D-206F13D7A8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A3F053A-44E9-4D42-B274-68C15F79CE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Segnaposto testo 2">
            <a:extLst>
              <a:ext uri="{FF2B5EF4-FFF2-40B4-BE49-F238E27FC236}">
                <a16:creationId xmlns:a16="http://schemas.microsoft.com/office/drawing/2014/main" id="{921ABD43-6A3D-532D-D84D-D4AED20CD6E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  <p:sp>
        <p:nvSpPr>
          <p:cNvPr id="10" name="Segnaposto testo 4">
            <a:extLst>
              <a:ext uri="{FF2B5EF4-FFF2-40B4-BE49-F238E27FC236}">
                <a16:creationId xmlns:a16="http://schemas.microsoft.com/office/drawing/2014/main" id="{764990CC-7D3C-B3B8-8169-03013EE9AFBF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</p:spTree>
    <p:extLst>
      <p:ext uri="{BB962C8B-B14F-4D97-AF65-F5344CB8AC3E}">
        <p14:creationId xmlns:p14="http://schemas.microsoft.com/office/powerpoint/2010/main" val="39975089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64B670-F456-4DA6-B713-C27C384DD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756820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32962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B31622-FA21-488A-AA60-539664108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E053DF-1FFC-481C-B694-5A9A08D25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Clr>
                <a:srgbClr val="ED613B"/>
              </a:buClr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 sz="28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 sz="24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44AAC3C-76B6-4D4C-B804-A483CDF861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1734410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7B0120-FAD7-4ED0-91A6-2FB286115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55934D3-B14C-432B-B4E3-9766A35165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D3D9D401-E5BE-4807-A9A9-95E48C1245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0080224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F30630-65B1-4CF1-9FEF-653608358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7161987-6AE0-4E7C-936B-B619056D9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945257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38ED42-E245-4B29-82D2-F0840DC3247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8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Titolo della Tesi</a:t>
            </a:r>
          </a:p>
        </p:txBody>
      </p:sp>
      <p:sp>
        <p:nvSpPr>
          <p:cNvPr id="6" name="Sottotitolo 2">
            <a:extLst>
              <a:ext uri="{FF2B5EF4-FFF2-40B4-BE49-F238E27FC236}">
                <a16:creationId xmlns:a16="http://schemas.microsoft.com/office/drawing/2014/main" id="{C55AAE27-2E27-6B9C-3A0C-46DD55746F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63074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 dirty="0"/>
              <a:t>Nome del candidato</a:t>
            </a:r>
          </a:p>
        </p:txBody>
      </p:sp>
      <p:sp>
        <p:nvSpPr>
          <p:cNvPr id="7" name="Sottotitolo 2">
            <a:extLst>
              <a:ext uri="{FF2B5EF4-FFF2-40B4-BE49-F238E27FC236}">
                <a16:creationId xmlns:a16="http://schemas.microsoft.com/office/drawing/2014/main" id="{42883A0B-0DC4-6DAD-4F09-3EA0EBE28A70}"/>
              </a:ext>
            </a:extLst>
          </p:cNvPr>
          <p:cNvSpPr txBox="1">
            <a:spLocks/>
          </p:cNvSpPr>
          <p:nvPr userDrawn="1"/>
        </p:nvSpPr>
        <p:spPr>
          <a:xfrm>
            <a:off x="1524000" y="4324862"/>
            <a:ext cx="9144000" cy="14107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ED613B"/>
              </a:buClr>
              <a:buFont typeface="Arial" panose="020B0604020202020204" pitchFamily="34" charset="0"/>
              <a:buNone/>
              <a:defRPr sz="2000" kern="12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Relatore: </a:t>
            </a:r>
            <a:r>
              <a:rPr lang="it-IT" dirty="0" err="1"/>
              <a:t>chiar.mo</a:t>
            </a:r>
            <a:r>
              <a:rPr lang="it-IT" dirty="0"/>
              <a:t> prof. </a:t>
            </a:r>
            <a:r>
              <a:rPr lang="it-IT" dirty="0" err="1"/>
              <a:t>Xxxx</a:t>
            </a:r>
            <a:r>
              <a:rPr lang="it-IT" dirty="0"/>
              <a:t> </a:t>
            </a:r>
            <a:r>
              <a:rPr lang="it-IT" dirty="0" err="1"/>
              <a:t>Yyyy</a:t>
            </a:r>
            <a:endParaRPr lang="it-IT" dirty="0"/>
          </a:p>
          <a:p>
            <a:endParaRPr lang="it-IT" dirty="0"/>
          </a:p>
          <a:p>
            <a:r>
              <a:rPr lang="it-IT" dirty="0"/>
              <a:t>Data </a:t>
            </a:r>
          </a:p>
        </p:txBody>
      </p:sp>
    </p:spTree>
    <p:extLst>
      <p:ext uri="{BB962C8B-B14F-4D97-AF65-F5344CB8AC3E}">
        <p14:creationId xmlns:p14="http://schemas.microsoft.com/office/powerpoint/2010/main" val="10004816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4ECD4D-71DF-4682-89F5-877ED0E21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336B3B-745B-4044-A6AA-7A865CE0A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17614"/>
          </a:xfrm>
        </p:spPr>
        <p:txBody>
          <a:bodyPr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8857164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FB27B0-F51F-4058-B2B0-C4D74FD7E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147C434-A7F4-49B7-BC21-B94073F1E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2742315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F7C908-1436-4698-8345-B7FD50062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4966C7-222D-46A9-99BB-AF9DB815A0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062219"/>
          </a:xfrm>
        </p:spPr>
        <p:txBody>
          <a:bodyPr/>
          <a:lstStyle>
            <a:lvl1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4C4144-7BD4-4B6F-AC61-E20D5ACB30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6221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defRPr lang="it-IT"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>
              <a:buClr>
                <a:srgbClr val="ED613B"/>
              </a:buClr>
            </a:pPr>
            <a:r>
              <a:rPr lang="it-IT"/>
              <a:t>Modifica gli stili del testo dello schema</a:t>
            </a:r>
          </a:p>
          <a:p>
            <a:pPr lvl="1">
              <a:buClr>
                <a:srgbClr val="ED613B"/>
              </a:buClr>
            </a:pPr>
            <a:r>
              <a:rPr lang="it-IT"/>
              <a:t>Secondo livello</a:t>
            </a:r>
          </a:p>
          <a:p>
            <a:pPr lvl="2">
              <a:buClr>
                <a:srgbClr val="ED613B"/>
              </a:buClr>
            </a:pPr>
            <a:r>
              <a:rPr lang="it-IT"/>
              <a:t>Terzo livello</a:t>
            </a:r>
          </a:p>
          <a:p>
            <a:pPr lvl="3">
              <a:buClr>
                <a:srgbClr val="ED613B"/>
              </a:buClr>
            </a:pPr>
            <a:r>
              <a:rPr lang="it-IT"/>
              <a:t>Quarto livello</a:t>
            </a:r>
          </a:p>
          <a:p>
            <a:pPr lvl="4">
              <a:buClr>
                <a:srgbClr val="ED613B"/>
              </a:buClr>
            </a:pPr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9681718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A614EE-956E-4489-A01C-2D27AD132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0">
                <a:solidFill>
                  <a:srgbClr val="ED613B"/>
                </a:solidFill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D88D191-7043-40A7-896D-206F13D7A8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A3F053A-44E9-4D42-B274-68C15F79CE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7" name="Segnaposto testo 2">
            <a:extLst>
              <a:ext uri="{FF2B5EF4-FFF2-40B4-BE49-F238E27FC236}">
                <a16:creationId xmlns:a16="http://schemas.microsoft.com/office/drawing/2014/main" id="{080B6B98-075D-C6B9-B1D2-8CE5DDC9984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  <p:sp>
        <p:nvSpPr>
          <p:cNvPr id="8" name="Segnaposto testo 4">
            <a:extLst>
              <a:ext uri="{FF2B5EF4-FFF2-40B4-BE49-F238E27FC236}">
                <a16:creationId xmlns:a16="http://schemas.microsoft.com/office/drawing/2014/main" id="{3C5AFB0B-75F8-5BFC-25E2-4DE0B9D1D1BC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</p:spTree>
    <p:extLst>
      <p:ext uri="{BB962C8B-B14F-4D97-AF65-F5344CB8AC3E}">
        <p14:creationId xmlns:p14="http://schemas.microsoft.com/office/powerpoint/2010/main" val="2136503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64B670-F456-4DA6-B713-C27C384DD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272753038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095552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B31622-FA21-488A-AA60-539664108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E053DF-1FFC-481C-B694-5A9A08D25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Clr>
                <a:srgbClr val="ED613B"/>
              </a:buClr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 sz="28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 sz="24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44AAC3C-76B6-4D4C-B804-A483CDF861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28985276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7B0120-FAD7-4ED0-91A6-2FB286115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55934D3-B14C-432B-B4E3-9766A35165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D3D9D401-E5BE-4807-A9A9-95E48C1245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32777133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F30630-65B1-4CF1-9FEF-653608358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7161987-6AE0-4E7C-936B-B619056D9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95388190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38ED42-E245-4B29-82D2-F0840DC3247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8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Titolo della Tesi</a:t>
            </a: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5DC85ADD-EA8D-50F7-9CFE-B8B22A1E41F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63074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 dirty="0"/>
              <a:t>Nome del candidato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FEA6AE3B-EACB-3C94-2359-59B301D7F3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0" y="4327106"/>
            <a:ext cx="9144000" cy="1502850"/>
          </a:xfrm>
        </p:spPr>
        <p:txBody>
          <a:bodyPr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ED613B"/>
              </a:buClr>
              <a:buFont typeface="Arial" panose="020B0604020202020204" pitchFamily="34" charset="0"/>
              <a:buNone/>
              <a:defRPr lang="it-IT" sz="2000" kern="1200" dirty="0" smtClean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1pPr>
          </a:lstStyle>
          <a:p>
            <a:r>
              <a:rPr lang="it-IT" dirty="0"/>
              <a:t>Relatore: </a:t>
            </a:r>
            <a:r>
              <a:rPr lang="it-IT" dirty="0" err="1"/>
              <a:t>chiar.mo</a:t>
            </a:r>
            <a:r>
              <a:rPr lang="it-IT" dirty="0"/>
              <a:t> prof. </a:t>
            </a:r>
            <a:r>
              <a:rPr lang="it-IT" dirty="0" err="1"/>
              <a:t>Xxxx</a:t>
            </a:r>
            <a:r>
              <a:rPr lang="it-IT" dirty="0"/>
              <a:t> </a:t>
            </a:r>
            <a:r>
              <a:rPr lang="it-IT" dirty="0" err="1"/>
              <a:t>Yyyy</a:t>
            </a:r>
            <a:endParaRPr lang="it-IT" dirty="0"/>
          </a:p>
          <a:p>
            <a:endParaRPr lang="it-IT" dirty="0"/>
          </a:p>
          <a:p>
            <a:r>
              <a:rPr lang="it-IT" dirty="0"/>
              <a:t>Data</a:t>
            </a:r>
          </a:p>
        </p:txBody>
      </p:sp>
    </p:spTree>
    <p:extLst>
      <p:ext uri="{BB962C8B-B14F-4D97-AF65-F5344CB8AC3E}">
        <p14:creationId xmlns:p14="http://schemas.microsoft.com/office/powerpoint/2010/main" val="406535884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4ECD4D-71DF-4682-89F5-877ED0E21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336B3B-745B-4044-A6AA-7A865CE0A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17614"/>
          </a:xfrm>
        </p:spPr>
        <p:txBody>
          <a:bodyPr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91472690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FB27B0-F51F-4058-B2B0-C4D74FD7E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147C434-A7F4-49B7-BC21-B94073F1E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220315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F7C908-1436-4698-8345-B7FD50062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4966C7-222D-46A9-99BB-AF9DB815A0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062219"/>
          </a:xfrm>
        </p:spPr>
        <p:txBody>
          <a:bodyPr/>
          <a:lstStyle>
            <a:lvl1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4C4144-7BD4-4B6F-AC61-E20D5ACB30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6221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defRPr lang="it-IT"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>
              <a:buClr>
                <a:srgbClr val="ED613B"/>
              </a:buClr>
            </a:pPr>
            <a:r>
              <a:rPr lang="it-IT"/>
              <a:t>Modifica gli stili del testo dello schema</a:t>
            </a:r>
          </a:p>
          <a:p>
            <a:pPr lvl="1">
              <a:buClr>
                <a:srgbClr val="ED613B"/>
              </a:buClr>
            </a:pPr>
            <a:r>
              <a:rPr lang="it-IT"/>
              <a:t>Secondo livello</a:t>
            </a:r>
          </a:p>
          <a:p>
            <a:pPr lvl="2">
              <a:buClr>
                <a:srgbClr val="ED613B"/>
              </a:buClr>
            </a:pPr>
            <a:r>
              <a:rPr lang="it-IT"/>
              <a:t>Terzo livello</a:t>
            </a:r>
          </a:p>
          <a:p>
            <a:pPr lvl="3">
              <a:buClr>
                <a:srgbClr val="ED613B"/>
              </a:buClr>
            </a:pPr>
            <a:r>
              <a:rPr lang="it-IT"/>
              <a:t>Quarto livello</a:t>
            </a:r>
          </a:p>
          <a:p>
            <a:pPr lvl="4">
              <a:buClr>
                <a:srgbClr val="ED613B"/>
              </a:buClr>
            </a:pPr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14487131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A614EE-956E-4489-A01C-2D27AD132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0">
                <a:solidFill>
                  <a:srgbClr val="ED613B"/>
                </a:solidFill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D88D191-7043-40A7-896D-206F13D7A8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A3F053A-44E9-4D42-B274-68C15F79CE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7" name="Segnaposto testo 2">
            <a:extLst>
              <a:ext uri="{FF2B5EF4-FFF2-40B4-BE49-F238E27FC236}">
                <a16:creationId xmlns:a16="http://schemas.microsoft.com/office/drawing/2014/main" id="{B82A1814-996C-F346-4E27-D69D243F6E5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  <p:sp>
        <p:nvSpPr>
          <p:cNvPr id="8" name="Segnaposto testo 4">
            <a:extLst>
              <a:ext uri="{FF2B5EF4-FFF2-40B4-BE49-F238E27FC236}">
                <a16:creationId xmlns:a16="http://schemas.microsoft.com/office/drawing/2014/main" id="{88F45F50-DE8A-D333-BF19-69A61DA3028B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</p:spTree>
    <p:extLst>
      <p:ext uri="{BB962C8B-B14F-4D97-AF65-F5344CB8AC3E}">
        <p14:creationId xmlns:p14="http://schemas.microsoft.com/office/powerpoint/2010/main" val="213532409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64B670-F456-4DA6-B713-C27C384DD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285182145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8571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B31622-FA21-488A-AA60-539664108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E053DF-1FFC-481C-B694-5A9A08D25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Clr>
                <a:srgbClr val="ED613B"/>
              </a:buClr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 sz="28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 sz="24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44AAC3C-76B6-4D4C-B804-A483CDF861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316700962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7B0120-FAD7-4ED0-91A6-2FB286115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55934D3-B14C-432B-B4E3-9766A35165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D3D9D401-E5BE-4807-A9A9-95E48C1245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5800680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F30630-65B1-4CF1-9FEF-653608358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7161987-6AE0-4E7C-936B-B619056D9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759759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image" Target="../media/image3.png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7.xml"/><Relationship Id="rId12" Type="http://schemas.openxmlformats.org/officeDocument/2006/relationships/image" Target="../media/image4.png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theme" Target="../theme/theme3.xml"/><Relationship Id="rId5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30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C294CF25-6CD9-49C6-B030-FE622847196F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68"/>
            <a:ext cx="12192000" cy="6850864"/>
          </a:xfrm>
          <a:prstGeom prst="rect">
            <a:avLst/>
          </a:prstGeom>
        </p:spPr>
      </p:pic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A392C6E-354C-4749-94A5-8F1BFF06B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FE8678C-A687-44B3-AC22-629A67F8D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262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8304421-C01E-43BD-979F-43D842AF4AA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923" y="5861476"/>
            <a:ext cx="2194560" cy="1082650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D0938AB-A189-499C-8BD1-DE81DA518432}"/>
              </a:ext>
            </a:extLst>
          </p:cNvPr>
          <p:cNvSpPr txBox="1"/>
          <p:nvPr userDrawn="1"/>
        </p:nvSpPr>
        <p:spPr>
          <a:xfrm>
            <a:off x="7870573" y="6153486"/>
            <a:ext cx="3483227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Dipartimento di Ingegneria Elettrica</a:t>
            </a:r>
          </a:p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Elettronica e Informatica </a:t>
            </a:r>
            <a:endParaRPr lang="it-IT" sz="1200" b="1" dirty="0">
              <a:solidFill>
                <a:srgbClr val="ED613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8B1AB11-7C08-C957-7125-1044CC4BF837}"/>
              </a:ext>
            </a:extLst>
          </p:cNvPr>
          <p:cNvSpPr txBox="1"/>
          <p:nvPr userDrawn="1"/>
        </p:nvSpPr>
        <p:spPr>
          <a:xfrm>
            <a:off x="4342670" y="6148525"/>
            <a:ext cx="2997420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Corso di Laurea in </a:t>
            </a:r>
          </a:p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Ingegneria Informatica</a:t>
            </a:r>
          </a:p>
        </p:txBody>
      </p:sp>
    </p:spTree>
    <p:extLst>
      <p:ext uri="{BB962C8B-B14F-4D97-AF65-F5344CB8AC3E}">
        <p14:creationId xmlns:p14="http://schemas.microsoft.com/office/powerpoint/2010/main" val="617994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D61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ED613B"/>
        </a:buClr>
        <a:buFont typeface="Arial" panose="020B0604020202020204" pitchFamily="34" charset="0"/>
        <a:buChar char="•"/>
        <a:defRPr sz="2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4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A392C6E-354C-4749-94A5-8F1BFF06B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FE8678C-A687-44B3-AC22-629A67F8D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262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8304421-C01E-43BD-979F-43D842AF4AA6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923" y="5861476"/>
            <a:ext cx="2194560" cy="108265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02FC7420-6275-48D3-A71D-F3548291EF7F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68"/>
            <a:ext cx="12192000" cy="6850864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D32307F-CD72-BB9D-8042-508D0153DDF8}"/>
              </a:ext>
            </a:extLst>
          </p:cNvPr>
          <p:cNvSpPr txBox="1"/>
          <p:nvPr userDrawn="1"/>
        </p:nvSpPr>
        <p:spPr>
          <a:xfrm>
            <a:off x="7870573" y="6153486"/>
            <a:ext cx="3483227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Dipartimento di Ingegneria Elettrica</a:t>
            </a:r>
          </a:p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Elettronica e Informatica </a:t>
            </a:r>
            <a:endParaRPr lang="it-IT" sz="1200" b="1" dirty="0">
              <a:solidFill>
                <a:srgbClr val="ED613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2A9FBCF-2CA9-5835-D811-00F311A28B22}"/>
              </a:ext>
            </a:extLst>
          </p:cNvPr>
          <p:cNvSpPr txBox="1"/>
          <p:nvPr userDrawn="1"/>
        </p:nvSpPr>
        <p:spPr>
          <a:xfrm>
            <a:off x="4342670" y="6148525"/>
            <a:ext cx="2997420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Corso di Laurea in </a:t>
            </a:r>
          </a:p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Ingegneria Informatica</a:t>
            </a:r>
          </a:p>
        </p:txBody>
      </p:sp>
    </p:spTree>
    <p:extLst>
      <p:ext uri="{BB962C8B-B14F-4D97-AF65-F5344CB8AC3E}">
        <p14:creationId xmlns:p14="http://schemas.microsoft.com/office/powerpoint/2010/main" val="2494966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D61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ED613B"/>
        </a:buClr>
        <a:buFont typeface="Arial" panose="020B0604020202020204" pitchFamily="34" charset="0"/>
        <a:buChar char="•"/>
        <a:defRPr sz="2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4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A392C6E-354C-4749-94A5-8F1BFF06B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FE8678C-A687-44B3-AC22-629A67F8D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262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31357B17-7ED1-4984-99F9-0DA67F0A4150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68"/>
            <a:ext cx="12192000" cy="685086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08304421-C01E-43BD-979F-43D842AF4AA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923" y="5861476"/>
            <a:ext cx="2194560" cy="1082650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B6766C28-04A2-857D-5CED-5A36A4D41EBF}"/>
              </a:ext>
            </a:extLst>
          </p:cNvPr>
          <p:cNvSpPr txBox="1"/>
          <p:nvPr userDrawn="1"/>
        </p:nvSpPr>
        <p:spPr>
          <a:xfrm>
            <a:off x="7870573" y="6153486"/>
            <a:ext cx="3483227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Dipartimento di Ingegneria Elettrica</a:t>
            </a:r>
          </a:p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Elettronica e Informatica </a:t>
            </a:r>
            <a:endParaRPr lang="it-IT" sz="1200" b="1" dirty="0">
              <a:solidFill>
                <a:srgbClr val="ED613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C84BDC2-7DC7-70F3-9CDE-725303F6DA26}"/>
              </a:ext>
            </a:extLst>
          </p:cNvPr>
          <p:cNvSpPr txBox="1"/>
          <p:nvPr userDrawn="1"/>
        </p:nvSpPr>
        <p:spPr>
          <a:xfrm>
            <a:off x="4342670" y="6148525"/>
            <a:ext cx="2997420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Corso di Laurea in </a:t>
            </a:r>
          </a:p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Ingegneria Informatica</a:t>
            </a:r>
          </a:p>
        </p:txBody>
      </p:sp>
    </p:spTree>
    <p:extLst>
      <p:ext uri="{BB962C8B-B14F-4D97-AF65-F5344CB8AC3E}">
        <p14:creationId xmlns:p14="http://schemas.microsoft.com/office/powerpoint/2010/main" val="3386500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D61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ED613B"/>
        </a:buClr>
        <a:buFont typeface="Arial" panose="020B0604020202020204" pitchFamily="34" charset="0"/>
        <a:buChar char="•"/>
        <a:defRPr sz="2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4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D3B3C3-57E7-40F9-8417-2FE4CC2EB6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133599"/>
          </a:xfrm>
        </p:spPr>
        <p:txBody>
          <a:bodyPr/>
          <a:lstStyle/>
          <a:p>
            <a:r>
              <a:rPr lang="it-IT" sz="4000" dirty="0"/>
              <a:t>Riconoscimento automatico di risse in sequenze video</a:t>
            </a:r>
            <a:br>
              <a:rPr lang="it-IT" sz="4000" dirty="0"/>
            </a:br>
            <a:r>
              <a:rPr lang="it-IT" sz="4000" dirty="0"/>
              <a:t>mediante tecniche di Computer Vision e </a:t>
            </a:r>
            <a:r>
              <a:rPr lang="it-IT" sz="4000"/>
              <a:t>Deep Learning</a:t>
            </a:r>
            <a:endParaRPr lang="it-IT" sz="4000" dirty="0">
              <a:solidFill>
                <a:schemeClr val="tx1"/>
              </a:solidFill>
            </a:endParaRPr>
          </a:p>
        </p:txBody>
      </p:sp>
      <p:sp>
        <p:nvSpPr>
          <p:cNvPr id="8" name="Sottotitolo 7">
            <a:extLst>
              <a:ext uri="{FF2B5EF4-FFF2-40B4-BE49-F238E27FC236}">
                <a16:creationId xmlns:a16="http://schemas.microsoft.com/office/drawing/2014/main" id="{93D06744-791D-6AFB-6E80-8ADD7B53F1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9"/>
            <a:ext cx="9144000" cy="630749"/>
          </a:xfrm>
        </p:spPr>
        <p:txBody>
          <a:bodyPr>
            <a:noAutofit/>
          </a:bodyPr>
          <a:lstStyle/>
          <a:p>
            <a:r>
              <a:rPr lang="it-IT" b="1" dirty="0"/>
              <a:t>William Villari</a:t>
            </a:r>
          </a:p>
        </p:txBody>
      </p:sp>
      <p:sp>
        <p:nvSpPr>
          <p:cNvPr id="14" name="Segnaposto testo 13">
            <a:extLst>
              <a:ext uri="{FF2B5EF4-FFF2-40B4-BE49-F238E27FC236}">
                <a16:creationId xmlns:a16="http://schemas.microsoft.com/office/drawing/2014/main" id="{265AD214-7CE6-ADC3-95E1-F7693CCE6A6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524000" y="3943959"/>
            <a:ext cx="9144000" cy="1502850"/>
          </a:xfrm>
        </p:spPr>
        <p:txBody>
          <a:bodyPr lIns="90000">
            <a:noAutofit/>
          </a:bodyPr>
          <a:lstStyle/>
          <a:p>
            <a:endParaRPr lang="it-IT" sz="1600" dirty="0"/>
          </a:p>
          <a:p>
            <a:r>
              <a:rPr lang="it-IT" sz="1600" dirty="0"/>
              <a:t>Relatrice: Prof.ssa </a:t>
            </a:r>
            <a:r>
              <a:rPr lang="it-IT" sz="1600" b="1" dirty="0"/>
              <a:t>Roberta Avanzato</a:t>
            </a:r>
          </a:p>
          <a:p>
            <a:r>
              <a:rPr lang="it-IT" sz="1600" dirty="0"/>
              <a:t>Correlatori: Prof. </a:t>
            </a:r>
            <a:r>
              <a:rPr lang="it-IT" sz="1600" b="1" dirty="0"/>
              <a:t>Francesco Beritelli</a:t>
            </a:r>
          </a:p>
          <a:p>
            <a:r>
              <a:rPr lang="it-IT" sz="1600" dirty="0"/>
              <a:t>	  Ing. </a:t>
            </a:r>
            <a:r>
              <a:rPr lang="it-IT" sz="1600" b="1" dirty="0"/>
              <a:t>Ludovica Beritelli</a:t>
            </a:r>
          </a:p>
          <a:p>
            <a:endParaRPr lang="it-IT" sz="1600" dirty="0"/>
          </a:p>
          <a:p>
            <a:r>
              <a:rPr lang="it-IT" sz="1600" dirty="0"/>
              <a:t>27 Luglio 2026</a:t>
            </a:r>
          </a:p>
        </p:txBody>
      </p:sp>
    </p:spTree>
    <p:extLst>
      <p:ext uri="{BB962C8B-B14F-4D97-AF65-F5344CB8AC3E}">
        <p14:creationId xmlns:p14="http://schemas.microsoft.com/office/powerpoint/2010/main" val="2004898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B27408F-8862-1CD3-BC06-B97BE0F78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it-IT" dirty="0"/>
              <a:t>Obiettivi e Contenuti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BF042F9-AE60-BBED-941E-1DD3BD37B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6948"/>
            <a:ext cx="6136179" cy="4540032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it-IT" sz="2200" b="1" dirty="0"/>
              <a:t>Contesto</a:t>
            </a:r>
            <a:r>
              <a:rPr lang="it-IT" sz="2200" dirty="0"/>
              <a:t>: Videosorveglianza </a:t>
            </a:r>
            <a:r>
              <a:rPr lang="it-IT" sz="2200" i="1" dirty="0"/>
              <a:t>Smart City </a:t>
            </a:r>
            <a:r>
              <a:rPr lang="it-IT" sz="2200" dirty="0"/>
              <a:t>dovuto ai limiti della supervisione umana</a:t>
            </a:r>
          </a:p>
          <a:p>
            <a:pPr marL="0" indent="0">
              <a:lnSpc>
                <a:spcPct val="100000"/>
              </a:lnSpc>
              <a:buNone/>
            </a:pPr>
            <a:endParaRPr lang="it-IT" sz="2200" dirty="0"/>
          </a:p>
          <a:p>
            <a:pPr>
              <a:lnSpc>
                <a:spcPct val="100000"/>
              </a:lnSpc>
            </a:pPr>
            <a:r>
              <a:rPr lang="it-IT" sz="2200" b="1" dirty="0"/>
              <a:t>Obiettivo</a:t>
            </a:r>
            <a:r>
              <a:rPr lang="it-IT" sz="2200" dirty="0"/>
              <a:t>: Sistema automatico di rilevamento risse ottimizzato per </a:t>
            </a:r>
            <a:r>
              <a:rPr lang="it-IT" sz="2200" i="1" dirty="0"/>
              <a:t>Edge devices</a:t>
            </a:r>
          </a:p>
          <a:p>
            <a:pPr marL="0" indent="0">
              <a:lnSpc>
                <a:spcPct val="100000"/>
              </a:lnSpc>
              <a:buNone/>
            </a:pPr>
            <a:endParaRPr lang="it-IT" sz="2200" dirty="0"/>
          </a:p>
          <a:p>
            <a:pPr>
              <a:lnSpc>
                <a:spcPct val="100000"/>
              </a:lnSpc>
            </a:pPr>
            <a:r>
              <a:rPr lang="it-IT" sz="2200" b="1" dirty="0"/>
              <a:t>Dataset</a:t>
            </a:r>
            <a:r>
              <a:rPr lang="it-IT" sz="2200" dirty="0"/>
              <a:t>: </a:t>
            </a:r>
            <a:r>
              <a:rPr lang="it-IT" sz="2200" i="1" dirty="0"/>
              <a:t>RWF-2000</a:t>
            </a:r>
            <a:r>
              <a:rPr lang="it-IT" sz="2200" dirty="0"/>
              <a:t> + </a:t>
            </a:r>
            <a:r>
              <a:rPr lang="it-IT" sz="2200" i="1" dirty="0"/>
              <a:t>Real Life Violence Situations </a:t>
            </a:r>
            <a:r>
              <a:rPr lang="it-IT" sz="2200" dirty="0"/>
              <a:t>(training/val), </a:t>
            </a:r>
            <a:r>
              <a:rPr lang="it-IT" sz="2200" i="1" dirty="0"/>
              <a:t>UCF-Crime</a:t>
            </a:r>
            <a:r>
              <a:rPr lang="it-IT" sz="2200" dirty="0"/>
              <a:t> (test) </a:t>
            </a:r>
          </a:p>
        </p:txBody>
      </p:sp>
      <p:pic>
        <p:nvPicPr>
          <p:cNvPr id="8" name="Immagine 7" descr="Immagine che contiene testo, schermata, biglietto da visita, Carattere&#10;&#10;Il contenuto generato dall'IA potrebbe non essere corretto.">
            <a:extLst>
              <a:ext uri="{FF2B5EF4-FFF2-40B4-BE49-F238E27FC236}">
                <a16:creationId xmlns:a16="http://schemas.microsoft.com/office/drawing/2014/main" id="{81F2D65C-06D9-82E1-C6E1-668CFC6D3F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4379" y="124911"/>
            <a:ext cx="4766650" cy="5912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4130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3">
            <a:extLst>
              <a:ext uri="{FF2B5EF4-FFF2-40B4-BE49-F238E27FC236}">
                <a16:creationId xmlns:a16="http://schemas.microsoft.com/office/drawing/2014/main" id="{B7F22A2E-C314-D76D-5344-475B1707C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it-IT" dirty="0"/>
              <a:t>Risultati e Conclusioni</a:t>
            </a:r>
          </a:p>
        </p:txBody>
      </p:sp>
      <p:sp>
        <p:nvSpPr>
          <p:cNvPr id="5" name="Segnaposto contenuto 4">
            <a:extLst>
              <a:ext uri="{FF2B5EF4-FFF2-40B4-BE49-F238E27FC236}">
                <a16:creationId xmlns:a16="http://schemas.microsoft.com/office/drawing/2014/main" id="{8FBF2031-B67F-9010-E007-37B627CC4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2205"/>
            <a:ext cx="6759010" cy="4458797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it-IT" sz="2200" b="1" dirty="0"/>
              <a:t>Accuratezza</a:t>
            </a:r>
            <a:r>
              <a:rPr lang="it-IT" sz="2200" dirty="0"/>
              <a:t>: 84% (validazione), 85% (</a:t>
            </a:r>
            <a:r>
              <a:rPr lang="it-IT" sz="2200" i="1" dirty="0"/>
              <a:t>UCF-Crime</a:t>
            </a:r>
            <a:r>
              <a:rPr lang="it-IT" sz="2200" dirty="0"/>
              <a:t>)</a:t>
            </a:r>
          </a:p>
          <a:p>
            <a:pPr>
              <a:lnSpc>
                <a:spcPct val="100000"/>
              </a:lnSpc>
            </a:pPr>
            <a:endParaRPr lang="it-IT" sz="2200" dirty="0"/>
          </a:p>
          <a:p>
            <a:pPr>
              <a:lnSpc>
                <a:spcPct val="100000"/>
              </a:lnSpc>
            </a:pPr>
            <a:r>
              <a:rPr lang="it-IT" sz="2200" b="1" dirty="0"/>
              <a:t>Filtro spettatori</a:t>
            </a:r>
            <a:r>
              <a:rPr lang="it-IT" sz="2200" dirty="0"/>
              <a:t>: FP 1306 → 434</a:t>
            </a:r>
          </a:p>
          <a:p>
            <a:pPr>
              <a:lnSpc>
                <a:spcPct val="100000"/>
              </a:lnSpc>
            </a:pPr>
            <a:endParaRPr lang="it-IT" sz="2200" dirty="0"/>
          </a:p>
          <a:p>
            <a:pPr>
              <a:lnSpc>
                <a:spcPct val="100000"/>
              </a:lnSpc>
            </a:pPr>
            <a:r>
              <a:rPr lang="it-IT" sz="2200" b="1" dirty="0"/>
              <a:t>Modello</a:t>
            </a:r>
            <a:r>
              <a:rPr lang="it-IT" sz="2200" dirty="0"/>
              <a:t>: 154k parametri, 56.8 </a:t>
            </a:r>
            <a:r>
              <a:rPr lang="it-IT" sz="2200" i="1" dirty="0"/>
              <a:t>FPS</a:t>
            </a:r>
          </a:p>
          <a:p>
            <a:pPr>
              <a:lnSpc>
                <a:spcPct val="100000"/>
              </a:lnSpc>
            </a:pPr>
            <a:endParaRPr lang="it-IT" sz="2200" dirty="0"/>
          </a:p>
          <a:p>
            <a:pPr>
              <a:lnSpc>
                <a:spcPct val="100000"/>
              </a:lnSpc>
            </a:pPr>
            <a:r>
              <a:rPr lang="it-IT" sz="2200" b="1" dirty="0"/>
              <a:t>Sviluppo futuro</a:t>
            </a:r>
            <a:r>
              <a:rPr lang="it-IT" sz="2200" dirty="0"/>
              <a:t>: </a:t>
            </a:r>
            <a:r>
              <a:rPr lang="it-IT" sz="2200" i="1" dirty="0"/>
              <a:t>GCN</a:t>
            </a:r>
            <a:r>
              <a:rPr lang="it-IT" sz="2200" dirty="0"/>
              <a:t> multi-persona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E01F441F-C913-038D-7660-3BAA2691AF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7212" y="365125"/>
            <a:ext cx="3420965" cy="166045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293EBDEB-A0AD-64B3-D324-BA34342FB1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7210" y="2115956"/>
            <a:ext cx="3420964" cy="185760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4033708-F0DC-F836-D7E8-F8B7AF5D27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8471" y="4072413"/>
            <a:ext cx="2578443" cy="2148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43909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E9CE079615D884A940FCB6663749814" ma:contentTypeVersion="12" ma:contentTypeDescription="Create a new document." ma:contentTypeScope="" ma:versionID="730a3498471033da2349798728f12144">
  <xsd:schema xmlns:xsd="http://www.w3.org/2001/XMLSchema" xmlns:xs="http://www.w3.org/2001/XMLSchema" xmlns:p="http://schemas.microsoft.com/office/2006/metadata/properties" xmlns:ns3="c224ffea-49cd-4700-9eee-e6fd160cd816" xmlns:ns4="d543374b-509c-4350-a5c8-3c1bd8055ec5" targetNamespace="http://schemas.microsoft.com/office/2006/metadata/properties" ma:root="true" ma:fieldsID="8e3cb5a327f01176a942c93285e0e7f8" ns3:_="" ns4:_="">
    <xsd:import namespace="c224ffea-49cd-4700-9eee-e6fd160cd816"/>
    <xsd:import namespace="d543374b-509c-4350-a5c8-3c1bd8055ec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224ffea-49cd-4700-9eee-e6fd160cd81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543374b-509c-4350-a5c8-3c1bd8055ec5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56A7A6B-3949-4E1B-BAB3-FDC63B06C8E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10E3395-82EA-4C3E-97EF-88C74BF5F12D}">
  <ds:schemaRefs>
    <ds:schemaRef ds:uri="http://purl.org/dc/dcmitype/"/>
    <ds:schemaRef ds:uri="http://schemas.microsoft.com/office/2006/metadata/properties"/>
    <ds:schemaRef ds:uri="http://schemas.microsoft.com/office/2006/documentManagement/types"/>
    <ds:schemaRef ds:uri="http://purl.org/dc/terms/"/>
    <ds:schemaRef ds:uri="http://purl.org/dc/elements/1.1/"/>
    <ds:schemaRef ds:uri="http://schemas.microsoft.com/office/infopath/2007/PartnerControls"/>
    <ds:schemaRef ds:uri="d543374b-509c-4350-a5c8-3c1bd8055ec5"/>
    <ds:schemaRef ds:uri="http://schemas.openxmlformats.org/package/2006/metadata/core-properties"/>
    <ds:schemaRef ds:uri="c224ffea-49cd-4700-9eee-e6fd160cd816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4694CC2E-81AE-412E-A18E-BB25285B17C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224ffea-49cd-4700-9eee-e6fd160cd816"/>
    <ds:schemaRef ds:uri="d543374b-509c-4350-a5c8-3c1bd8055ec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1728</TotalTime>
  <Words>438</Words>
  <Application>Microsoft Macintosh PowerPoint</Application>
  <PresentationFormat>Widescreen</PresentationFormat>
  <Paragraphs>49</Paragraphs>
  <Slides>3</Slides>
  <Notes>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3</vt:i4>
      </vt:variant>
      <vt:variant>
        <vt:lpstr>Titoli diapositive</vt:lpstr>
      </vt:variant>
      <vt:variant>
        <vt:i4>3</vt:i4>
      </vt:variant>
    </vt:vector>
  </HeadingPairs>
  <TitlesOfParts>
    <vt:vector size="10" baseType="lpstr">
      <vt:lpstr>Arial</vt:lpstr>
      <vt:lpstr>Calibri</vt:lpstr>
      <vt:lpstr>Georgia</vt:lpstr>
      <vt:lpstr>Verdana</vt:lpstr>
      <vt:lpstr>Tema di Office</vt:lpstr>
      <vt:lpstr>1_Tema di Office</vt:lpstr>
      <vt:lpstr>2_Tema di Office</vt:lpstr>
      <vt:lpstr>Riconoscimento automatico di risse in sequenze video mediante tecniche di Computer Vision e Deep Learning</vt:lpstr>
      <vt:lpstr>Obiettivi e Contenuti</vt:lpstr>
      <vt:lpstr>Risultati e Conclusioni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Ciao sono Marina</dc:title>
  <dc:creator>Marina Caruso</dc:creator>
  <cp:lastModifiedBy>WILLIAM VILLARI</cp:lastModifiedBy>
  <cp:revision>44</cp:revision>
  <cp:lastPrinted>2021-11-08T11:31:05Z</cp:lastPrinted>
  <dcterms:created xsi:type="dcterms:W3CDTF">2021-11-05T11:52:19Z</dcterms:created>
  <dcterms:modified xsi:type="dcterms:W3CDTF">2026-07-21T09:01:19Z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0x0101003E9CE079615D884A940FCB6663749814</vt:lpwstr>
  </property>
</Properties>
</file>